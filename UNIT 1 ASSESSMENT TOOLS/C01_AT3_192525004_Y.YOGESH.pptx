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79" r:id="rId6"/>
    <p:sldId id="260" r:id="rId7"/>
    <p:sldId id="280" r:id="rId8"/>
    <p:sldId id="263" r:id="rId9"/>
    <p:sldId id="268" r:id="rId10"/>
    <p:sldId id="276" r:id="rId11"/>
    <p:sldId id="269" r:id="rId12"/>
    <p:sldId id="277" r:id="rId13"/>
    <p:sldId id="271" r:id="rId14"/>
    <p:sldId id="272" r:id="rId15"/>
    <p:sldId id="273" r:id="rId16"/>
    <p:sldId id="274" r:id="rId17"/>
    <p:sldId id="275" r:id="rId18"/>
    <p:sldId id="278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FA6BB09-FD3B-4DE9-9CA7-AB5F6554C7F6}" v="50" dt="2026-07-21T05:47:32.421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72" autoAdjust="0"/>
    <p:restoredTop sz="94660"/>
  </p:normalViewPr>
  <p:slideViewPr>
    <p:cSldViewPr snapToGrid="0">
      <p:cViewPr varScale="1">
        <p:scale>
          <a:sx n="75" d="100"/>
          <a:sy n="75" d="100"/>
        </p:scale>
        <p:origin x="17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5/10/relationships/revisionInfo" Target="revisionInfo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6/11/relationships/changesInfo" Target="changesInfos/changesInfo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Royal Yogesh" userId="197b2abcf8500c62" providerId="LiveId" clId="{3FA6BB09-FD3B-4DE9-9CA7-AB5F6554C7F6}"/>
    <pc:docChg chg="undo custSel addSld delSld modSld sldOrd">
      <pc:chgData name="Royal Yogesh" userId="197b2abcf8500c62" providerId="LiveId" clId="{3FA6BB09-FD3B-4DE9-9CA7-AB5F6554C7F6}" dt="2026-07-21T05:47:40.052" v="459" actId="14100"/>
      <pc:docMkLst>
        <pc:docMk/>
      </pc:docMkLst>
      <pc:sldChg chg="addSp modSp mod">
        <pc:chgData name="Royal Yogesh" userId="197b2abcf8500c62" providerId="LiveId" clId="{3FA6BB09-FD3B-4DE9-9CA7-AB5F6554C7F6}" dt="2026-07-21T05:23:19.188" v="439" actId="1076"/>
        <pc:sldMkLst>
          <pc:docMk/>
          <pc:sldMk cId="54132439" sldId="256"/>
        </pc:sldMkLst>
        <pc:spChg chg="mod">
          <ac:chgData name="Royal Yogesh" userId="197b2abcf8500c62" providerId="LiveId" clId="{3FA6BB09-FD3B-4DE9-9CA7-AB5F6554C7F6}" dt="2026-07-21T04:13:57.301" v="295" actId="113"/>
          <ac:spMkLst>
            <pc:docMk/>
            <pc:sldMk cId="54132439" sldId="256"/>
            <ac:spMk id="2" creationId="{76C82CD9-4054-EF15-B939-BF0BFD7ABC99}"/>
          </ac:spMkLst>
        </pc:spChg>
        <pc:spChg chg="mod">
          <ac:chgData name="Royal Yogesh" userId="197b2abcf8500c62" providerId="LiveId" clId="{3FA6BB09-FD3B-4DE9-9CA7-AB5F6554C7F6}" dt="2026-07-21T04:13:16.364" v="283" actId="1076"/>
          <ac:spMkLst>
            <pc:docMk/>
            <pc:sldMk cId="54132439" sldId="256"/>
            <ac:spMk id="3" creationId="{22D95365-B229-A631-C288-ADFA672CDA3F}"/>
          </ac:spMkLst>
        </pc:spChg>
        <pc:spChg chg="add mod">
          <ac:chgData name="Royal Yogesh" userId="197b2abcf8500c62" providerId="LiveId" clId="{3FA6BB09-FD3B-4DE9-9CA7-AB5F6554C7F6}" dt="2026-07-21T04:13:22.168" v="284" actId="1076"/>
          <ac:spMkLst>
            <pc:docMk/>
            <pc:sldMk cId="54132439" sldId="256"/>
            <ac:spMk id="4" creationId="{B829951E-0383-6420-C4A0-0FDC3F32ACAA}"/>
          </ac:spMkLst>
        </pc:spChg>
        <pc:spChg chg="add mod">
          <ac:chgData name="Royal Yogesh" userId="197b2abcf8500c62" providerId="LiveId" clId="{3FA6BB09-FD3B-4DE9-9CA7-AB5F6554C7F6}" dt="2026-07-21T03:48:42.429" v="67" actId="767"/>
          <ac:spMkLst>
            <pc:docMk/>
            <pc:sldMk cId="54132439" sldId="256"/>
            <ac:spMk id="5" creationId="{6164EB1C-D8A0-CB0B-AF1E-5435A48DAF83}"/>
          </ac:spMkLst>
        </pc:spChg>
        <pc:spChg chg="add mod">
          <ac:chgData name="Royal Yogesh" userId="197b2abcf8500c62" providerId="LiveId" clId="{3FA6BB09-FD3B-4DE9-9CA7-AB5F6554C7F6}" dt="2026-07-21T05:23:19.188" v="439" actId="1076"/>
          <ac:spMkLst>
            <pc:docMk/>
            <pc:sldMk cId="54132439" sldId="256"/>
            <ac:spMk id="6" creationId="{2A7EC552-D1A0-AF3B-56FB-0FC94AB2E226}"/>
          </ac:spMkLst>
        </pc:spChg>
        <pc:picChg chg="add mod">
          <ac:chgData name="Royal Yogesh" userId="197b2abcf8500c62" providerId="LiveId" clId="{3FA6BB09-FD3B-4DE9-9CA7-AB5F6554C7F6}" dt="2026-07-21T04:23:39.355" v="352" actId="14100"/>
          <ac:picMkLst>
            <pc:docMk/>
            <pc:sldMk cId="54132439" sldId="256"/>
            <ac:picMk id="7" creationId="{115A9562-0085-A605-E609-52B9C2226D63}"/>
          </ac:picMkLst>
        </pc:picChg>
      </pc:sldChg>
      <pc:sldChg chg="addSp delSp modSp new mod setBg">
        <pc:chgData name="Royal Yogesh" userId="197b2abcf8500c62" providerId="LiveId" clId="{3FA6BB09-FD3B-4DE9-9CA7-AB5F6554C7F6}" dt="2026-07-21T05:25:26.006" v="447" actId="26606"/>
        <pc:sldMkLst>
          <pc:docMk/>
          <pc:sldMk cId="1700131606" sldId="257"/>
        </pc:sldMkLst>
        <pc:spChg chg="mod ord">
          <ac:chgData name="Royal Yogesh" userId="197b2abcf8500c62" providerId="LiveId" clId="{3FA6BB09-FD3B-4DE9-9CA7-AB5F6554C7F6}" dt="2026-07-21T05:25:25.993" v="446" actId="26606"/>
          <ac:spMkLst>
            <pc:docMk/>
            <pc:sldMk cId="1700131606" sldId="257"/>
            <ac:spMk id="2" creationId="{68606E4E-6E03-CF52-96DB-818D708619FE}"/>
          </ac:spMkLst>
        </pc:spChg>
        <pc:spChg chg="mod">
          <ac:chgData name="Royal Yogesh" userId="197b2abcf8500c62" providerId="LiveId" clId="{3FA6BB09-FD3B-4DE9-9CA7-AB5F6554C7F6}" dt="2026-07-21T05:25:25.993" v="446" actId="26606"/>
          <ac:spMkLst>
            <pc:docMk/>
            <pc:sldMk cId="1700131606" sldId="257"/>
            <ac:spMk id="3" creationId="{4941E0DB-CFAF-00CA-10DE-CF3638092786}"/>
          </ac:spMkLst>
        </pc:spChg>
        <pc:spChg chg="add del">
          <ac:chgData name="Royal Yogesh" userId="197b2abcf8500c62" providerId="LiveId" clId="{3FA6BB09-FD3B-4DE9-9CA7-AB5F6554C7F6}" dt="2026-07-21T04:20:09.942" v="325" actId="26606"/>
          <ac:spMkLst>
            <pc:docMk/>
            <pc:sldMk cId="1700131606" sldId="257"/>
            <ac:spMk id="10" creationId="{245A9F99-D9B1-4094-A2E2-B90AC1DB7B9C}"/>
          </ac:spMkLst>
        </pc:spChg>
        <pc:spChg chg="add del">
          <ac:chgData name="Royal Yogesh" userId="197b2abcf8500c62" providerId="LiveId" clId="{3FA6BB09-FD3B-4DE9-9CA7-AB5F6554C7F6}" dt="2026-07-21T04:20:09.942" v="325" actId="26606"/>
          <ac:spMkLst>
            <pc:docMk/>
            <pc:sldMk cId="1700131606" sldId="257"/>
            <ac:spMk id="12" creationId="{B7FAF607-473A-4A43-A23D-BBFF5C4117BB}"/>
          </ac:spMkLst>
        </pc:spChg>
        <pc:spChg chg="add del">
          <ac:chgData name="Royal Yogesh" userId="197b2abcf8500c62" providerId="LiveId" clId="{3FA6BB09-FD3B-4DE9-9CA7-AB5F6554C7F6}" dt="2026-07-21T04:20:19.790" v="327" actId="26606"/>
          <ac:spMkLst>
            <pc:docMk/>
            <pc:sldMk cId="1700131606" sldId="257"/>
            <ac:spMk id="22" creationId="{7B831B6F-405A-4B47-B9BB-5CA88F285844}"/>
          </ac:spMkLst>
        </pc:spChg>
        <pc:spChg chg="add del">
          <ac:chgData name="Royal Yogesh" userId="197b2abcf8500c62" providerId="LiveId" clId="{3FA6BB09-FD3B-4DE9-9CA7-AB5F6554C7F6}" dt="2026-07-21T04:20:19.790" v="327" actId="26606"/>
          <ac:spMkLst>
            <pc:docMk/>
            <pc:sldMk cId="1700131606" sldId="257"/>
            <ac:spMk id="24" creationId="{15109354-9C5D-4F8C-B0E6-D1043C7BF20A}"/>
          </ac:spMkLst>
        </pc:spChg>
        <pc:spChg chg="add del">
          <ac:chgData name="Royal Yogesh" userId="197b2abcf8500c62" providerId="LiveId" clId="{3FA6BB09-FD3B-4DE9-9CA7-AB5F6554C7F6}" dt="2026-07-21T04:20:19.790" v="327" actId="26606"/>
          <ac:spMkLst>
            <pc:docMk/>
            <pc:sldMk cId="1700131606" sldId="257"/>
            <ac:spMk id="26" creationId="{49B530FE-A87D-41A0-A920-ADC6539EAA44}"/>
          </ac:spMkLst>
        </pc:spChg>
        <pc:spChg chg="add del">
          <ac:chgData name="Royal Yogesh" userId="197b2abcf8500c62" providerId="LiveId" clId="{3FA6BB09-FD3B-4DE9-9CA7-AB5F6554C7F6}" dt="2026-07-21T05:25:26.006" v="447" actId="26606"/>
          <ac:spMkLst>
            <pc:docMk/>
            <pc:sldMk cId="1700131606" sldId="257"/>
            <ac:spMk id="31" creationId="{907EF6B7-1338-4443-8C46-6A318D952DFD}"/>
          </ac:spMkLst>
        </pc:spChg>
        <pc:spChg chg="add del">
          <ac:chgData name="Royal Yogesh" userId="197b2abcf8500c62" providerId="LiveId" clId="{3FA6BB09-FD3B-4DE9-9CA7-AB5F6554C7F6}" dt="2026-07-21T05:25:26.006" v="447" actId="26606"/>
          <ac:spMkLst>
            <pc:docMk/>
            <pc:sldMk cId="1700131606" sldId="257"/>
            <ac:spMk id="33" creationId="{DAAE4CDD-124C-4DCF-9584-B6033B545DD5}"/>
          </ac:spMkLst>
        </pc:spChg>
        <pc:spChg chg="add del">
          <ac:chgData name="Royal Yogesh" userId="197b2abcf8500c62" providerId="LiveId" clId="{3FA6BB09-FD3B-4DE9-9CA7-AB5F6554C7F6}" dt="2026-07-21T05:25:26.006" v="447" actId="26606"/>
          <ac:spMkLst>
            <pc:docMk/>
            <pc:sldMk cId="1700131606" sldId="257"/>
            <ac:spMk id="35" creationId="{081E4A58-353D-44AE-B2FC-2A74E2E400F7}"/>
          </ac:spMkLst>
        </pc:spChg>
        <pc:spChg chg="add">
          <ac:chgData name="Royal Yogesh" userId="197b2abcf8500c62" providerId="LiveId" clId="{3FA6BB09-FD3B-4DE9-9CA7-AB5F6554C7F6}" dt="2026-07-21T05:25:26.006" v="447" actId="26606"/>
          <ac:spMkLst>
            <pc:docMk/>
            <pc:sldMk cId="1700131606" sldId="257"/>
            <ac:spMk id="40" creationId="{907EF6B7-1338-4443-8C46-6A318D952DFD}"/>
          </ac:spMkLst>
        </pc:spChg>
        <pc:spChg chg="add">
          <ac:chgData name="Royal Yogesh" userId="197b2abcf8500c62" providerId="LiveId" clId="{3FA6BB09-FD3B-4DE9-9CA7-AB5F6554C7F6}" dt="2026-07-21T05:25:26.006" v="447" actId="26606"/>
          <ac:spMkLst>
            <pc:docMk/>
            <pc:sldMk cId="1700131606" sldId="257"/>
            <ac:spMk id="42" creationId="{DAAE4CDD-124C-4DCF-9584-B6033B545DD5}"/>
          </ac:spMkLst>
        </pc:spChg>
        <pc:spChg chg="add">
          <ac:chgData name="Royal Yogesh" userId="197b2abcf8500c62" providerId="LiveId" clId="{3FA6BB09-FD3B-4DE9-9CA7-AB5F6554C7F6}" dt="2026-07-21T05:25:26.006" v="447" actId="26606"/>
          <ac:spMkLst>
            <pc:docMk/>
            <pc:sldMk cId="1700131606" sldId="257"/>
            <ac:spMk id="44" creationId="{081E4A58-353D-44AE-B2FC-2A74E2E400F7}"/>
          </ac:spMkLst>
        </pc:spChg>
        <pc:grpChg chg="add del">
          <ac:chgData name="Royal Yogesh" userId="197b2abcf8500c62" providerId="LiveId" clId="{3FA6BB09-FD3B-4DE9-9CA7-AB5F6554C7F6}" dt="2026-07-21T04:20:09.942" v="325" actId="26606"/>
          <ac:grpSpMkLst>
            <pc:docMk/>
            <pc:sldMk cId="1700131606" sldId="257"/>
            <ac:grpSpMk id="14" creationId="{C5F6476F-D303-44D3-B30F-1BA348F0F64A}"/>
          </ac:grpSpMkLst>
        </pc:grpChg>
        <pc:picChg chg="add del mod">
          <ac:chgData name="Royal Yogesh" userId="197b2abcf8500c62" providerId="LiveId" clId="{3FA6BB09-FD3B-4DE9-9CA7-AB5F6554C7F6}" dt="2026-07-21T04:20:15.697" v="326" actId="478"/>
          <ac:picMkLst>
            <pc:docMk/>
            <pc:sldMk cId="1700131606" sldId="257"/>
            <ac:picMk id="7" creationId="{52B4D1E3-DF46-FDEB-8D4C-6349B5669254}"/>
          </ac:picMkLst>
        </pc:picChg>
        <pc:picChg chg="add del">
          <ac:chgData name="Royal Yogesh" userId="197b2abcf8500c62" providerId="LiveId" clId="{3FA6BB09-FD3B-4DE9-9CA7-AB5F6554C7F6}" dt="2026-07-21T05:25:25.993" v="446" actId="26606"/>
          <ac:picMkLst>
            <pc:docMk/>
            <pc:sldMk cId="1700131606" sldId="257"/>
            <ac:picMk id="37" creationId="{06A5DDEF-37E1-58FD-C8A2-5E8E50DC8013}"/>
          </ac:picMkLst>
        </pc:picChg>
        <pc:cxnChg chg="add del">
          <ac:chgData name="Royal Yogesh" userId="197b2abcf8500c62" providerId="LiveId" clId="{3FA6BB09-FD3B-4DE9-9CA7-AB5F6554C7F6}" dt="2026-07-21T05:25:25.993" v="446" actId="26606"/>
          <ac:cxnSpMkLst>
            <pc:docMk/>
            <pc:sldMk cId="1700131606" sldId="257"/>
            <ac:cxnSpMk id="41" creationId="{37C77032-C865-6057-7D7A-E2743CFA20F9}"/>
          </ac:cxnSpMkLst>
        </pc:cxnChg>
      </pc:sldChg>
      <pc:sldChg chg="addSp delSp modSp new mod setBg">
        <pc:chgData name="Royal Yogesh" userId="197b2abcf8500c62" providerId="LiveId" clId="{3FA6BB09-FD3B-4DE9-9CA7-AB5F6554C7F6}" dt="2026-07-21T04:23:28.075" v="350" actId="1076"/>
        <pc:sldMkLst>
          <pc:docMk/>
          <pc:sldMk cId="1933799997" sldId="258"/>
        </pc:sldMkLst>
        <pc:spChg chg="mod">
          <ac:chgData name="Royal Yogesh" userId="197b2abcf8500c62" providerId="LiveId" clId="{3FA6BB09-FD3B-4DE9-9CA7-AB5F6554C7F6}" dt="2026-07-21T04:23:23.328" v="349" actId="26606"/>
          <ac:spMkLst>
            <pc:docMk/>
            <pc:sldMk cId="1933799997" sldId="258"/>
            <ac:spMk id="2" creationId="{C45ADAB7-585C-221C-F37B-6DA41074B302}"/>
          </ac:spMkLst>
        </pc:spChg>
        <pc:spChg chg="mod">
          <ac:chgData name="Royal Yogesh" userId="197b2abcf8500c62" providerId="LiveId" clId="{3FA6BB09-FD3B-4DE9-9CA7-AB5F6554C7F6}" dt="2026-07-21T04:23:28.075" v="350" actId="1076"/>
          <ac:spMkLst>
            <pc:docMk/>
            <pc:sldMk cId="1933799997" sldId="258"/>
            <ac:spMk id="3" creationId="{9AD29141-C88D-AD63-5700-4E9868219ABD}"/>
          </ac:spMkLst>
        </pc:spChg>
        <pc:spChg chg="add del">
          <ac:chgData name="Royal Yogesh" userId="197b2abcf8500c62" providerId="LiveId" clId="{3FA6BB09-FD3B-4DE9-9CA7-AB5F6554C7F6}" dt="2026-07-21T04:23:23.328" v="349" actId="26606"/>
          <ac:spMkLst>
            <pc:docMk/>
            <pc:sldMk cId="1933799997" sldId="258"/>
            <ac:spMk id="9" creationId="{362810D9-2C5A-477D-949C-C191895477F3}"/>
          </ac:spMkLst>
        </pc:spChg>
        <pc:spChg chg="add del">
          <ac:chgData name="Royal Yogesh" userId="197b2abcf8500c62" providerId="LiveId" clId="{3FA6BB09-FD3B-4DE9-9CA7-AB5F6554C7F6}" dt="2026-07-21T04:23:23.328" v="349" actId="26606"/>
          <ac:spMkLst>
            <pc:docMk/>
            <pc:sldMk cId="1933799997" sldId="258"/>
            <ac:spMk id="11" creationId="{081E4A58-353D-44AE-B2FC-2A74E2E400F7}"/>
          </ac:spMkLst>
        </pc:spChg>
        <pc:spChg chg="add">
          <ac:chgData name="Royal Yogesh" userId="197b2abcf8500c62" providerId="LiveId" clId="{3FA6BB09-FD3B-4DE9-9CA7-AB5F6554C7F6}" dt="2026-07-21T04:23:23.328" v="349" actId="26606"/>
          <ac:spMkLst>
            <pc:docMk/>
            <pc:sldMk cId="1933799997" sldId="258"/>
            <ac:spMk id="16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3:23.328" v="349" actId="26606"/>
          <ac:spMkLst>
            <pc:docMk/>
            <pc:sldMk cId="1933799997" sldId="258"/>
            <ac:spMk id="18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3:23.328" v="349" actId="26606"/>
          <ac:spMkLst>
            <pc:docMk/>
            <pc:sldMk cId="1933799997" sldId="258"/>
            <ac:spMk id="20" creationId="{081E4A58-353D-44AE-B2FC-2A74E2E400F7}"/>
          </ac:spMkLst>
        </pc:spChg>
        <pc:picChg chg="add del mod">
          <ac:chgData name="Royal Yogesh" userId="197b2abcf8500c62" providerId="LiveId" clId="{3FA6BB09-FD3B-4DE9-9CA7-AB5F6554C7F6}" dt="2026-07-21T04:23:17.058" v="348" actId="478"/>
          <ac:picMkLst>
            <pc:docMk/>
            <pc:sldMk cId="1933799997" sldId="258"/>
            <ac:picMk id="5" creationId="{8B5B3A60-3641-E93D-9FA1-D7874DBEADBD}"/>
          </ac:picMkLst>
        </pc:picChg>
      </pc:sldChg>
      <pc:sldChg chg="addSp modSp new mod setBg">
        <pc:chgData name="Royal Yogesh" userId="197b2abcf8500c62" providerId="LiveId" clId="{3FA6BB09-FD3B-4DE9-9CA7-AB5F6554C7F6}" dt="2026-07-21T05:20:54.757" v="438" actId="1076"/>
        <pc:sldMkLst>
          <pc:docMk/>
          <pc:sldMk cId="2226454488" sldId="259"/>
        </pc:sldMkLst>
        <pc:spChg chg="mod">
          <ac:chgData name="Royal Yogesh" userId="197b2abcf8500c62" providerId="LiveId" clId="{3FA6BB09-FD3B-4DE9-9CA7-AB5F6554C7F6}" dt="2026-07-21T04:19:28.823" v="323" actId="26606"/>
          <ac:spMkLst>
            <pc:docMk/>
            <pc:sldMk cId="2226454488" sldId="259"/>
            <ac:spMk id="2" creationId="{04C8EB86-882D-DF1E-BB14-5EACD18D38FD}"/>
          </ac:spMkLst>
        </pc:spChg>
        <pc:spChg chg="mod">
          <ac:chgData name="Royal Yogesh" userId="197b2abcf8500c62" providerId="LiveId" clId="{3FA6BB09-FD3B-4DE9-9CA7-AB5F6554C7F6}" dt="2026-07-21T05:20:54.757" v="438" actId="1076"/>
          <ac:spMkLst>
            <pc:docMk/>
            <pc:sldMk cId="2226454488" sldId="259"/>
            <ac:spMk id="3" creationId="{22FE2308-F08F-BBA7-4BB3-3632B8D9169C}"/>
          </ac:spMkLst>
        </pc:spChg>
        <pc:spChg chg="add">
          <ac:chgData name="Royal Yogesh" userId="197b2abcf8500c62" providerId="LiveId" clId="{3FA6BB09-FD3B-4DE9-9CA7-AB5F6554C7F6}" dt="2026-07-21T04:19:28.823" v="323" actId="26606"/>
          <ac:spMkLst>
            <pc:docMk/>
            <pc:sldMk cId="2226454488" sldId="259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19:28.823" v="323" actId="26606"/>
          <ac:spMkLst>
            <pc:docMk/>
            <pc:sldMk cId="2226454488" sldId="259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19:28.823" v="323" actId="26606"/>
          <ac:spMkLst>
            <pc:docMk/>
            <pc:sldMk cId="2226454488" sldId="259"/>
            <ac:spMk id="12" creationId="{081E4A58-353D-44AE-B2FC-2A74E2E400F7}"/>
          </ac:spMkLst>
        </pc:spChg>
      </pc:sldChg>
      <pc:sldChg chg="addSp delSp modSp new mod setBg">
        <pc:chgData name="Royal Yogesh" userId="197b2abcf8500c62" providerId="LiveId" clId="{3FA6BB09-FD3B-4DE9-9CA7-AB5F6554C7F6}" dt="2026-07-21T04:19:37.346" v="324" actId="26606"/>
        <pc:sldMkLst>
          <pc:docMk/>
          <pc:sldMk cId="1112759441" sldId="260"/>
        </pc:sldMkLst>
        <pc:spChg chg="mod">
          <ac:chgData name="Royal Yogesh" userId="197b2abcf8500c62" providerId="LiveId" clId="{3FA6BB09-FD3B-4DE9-9CA7-AB5F6554C7F6}" dt="2026-07-21T04:19:37.346" v="324" actId="26606"/>
          <ac:spMkLst>
            <pc:docMk/>
            <pc:sldMk cId="1112759441" sldId="260"/>
            <ac:spMk id="2" creationId="{E11FF9A4-2BF5-DB10-A1AE-F13A1AF0D540}"/>
          </ac:spMkLst>
        </pc:spChg>
        <pc:spChg chg="mod">
          <ac:chgData name="Royal Yogesh" userId="197b2abcf8500c62" providerId="LiveId" clId="{3FA6BB09-FD3B-4DE9-9CA7-AB5F6554C7F6}" dt="2026-07-21T04:19:37.346" v="324" actId="26606"/>
          <ac:spMkLst>
            <pc:docMk/>
            <pc:sldMk cId="1112759441" sldId="260"/>
            <ac:spMk id="3" creationId="{78E9C883-960A-B4CB-B726-EFD39E4500DF}"/>
          </ac:spMkLst>
        </pc:spChg>
        <pc:spChg chg="add del">
          <ac:chgData name="Royal Yogesh" userId="197b2abcf8500c62" providerId="LiveId" clId="{3FA6BB09-FD3B-4DE9-9CA7-AB5F6554C7F6}" dt="2026-07-21T03:52:20.894" v="136" actId="22"/>
          <ac:spMkLst>
            <pc:docMk/>
            <pc:sldMk cId="1112759441" sldId="260"/>
            <ac:spMk id="5" creationId="{1D8E046F-7E34-86A2-3F59-6ED940BCFD0A}"/>
          </ac:spMkLst>
        </pc:spChg>
        <pc:spChg chg="add">
          <ac:chgData name="Royal Yogesh" userId="197b2abcf8500c62" providerId="LiveId" clId="{3FA6BB09-FD3B-4DE9-9CA7-AB5F6554C7F6}" dt="2026-07-21T04:19:37.346" v="324" actId="26606"/>
          <ac:spMkLst>
            <pc:docMk/>
            <pc:sldMk cId="1112759441" sldId="260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19:37.346" v="324" actId="26606"/>
          <ac:spMkLst>
            <pc:docMk/>
            <pc:sldMk cId="1112759441" sldId="260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19:37.346" v="324" actId="26606"/>
          <ac:spMkLst>
            <pc:docMk/>
            <pc:sldMk cId="1112759441" sldId="260"/>
            <ac:spMk id="12" creationId="{081E4A58-353D-44AE-B2FC-2A74E2E400F7}"/>
          </ac:spMkLst>
        </pc:spChg>
      </pc:sldChg>
      <pc:sldChg chg="addSp modSp new del mod setBg">
        <pc:chgData name="Royal Yogesh" userId="197b2abcf8500c62" providerId="LiveId" clId="{3FA6BB09-FD3B-4DE9-9CA7-AB5F6554C7F6}" dt="2026-07-21T05:03:54.129" v="398" actId="47"/>
        <pc:sldMkLst>
          <pc:docMk/>
          <pc:sldMk cId="1318862241" sldId="261"/>
        </pc:sldMkLst>
        <pc:spChg chg="mod">
          <ac:chgData name="Royal Yogesh" userId="197b2abcf8500c62" providerId="LiveId" clId="{3FA6BB09-FD3B-4DE9-9CA7-AB5F6554C7F6}" dt="2026-07-21T04:20:27.225" v="328" actId="26606"/>
          <ac:spMkLst>
            <pc:docMk/>
            <pc:sldMk cId="1318862241" sldId="261"/>
            <ac:spMk id="2" creationId="{95FD0BA2-CEC8-32CC-6548-2108326FC2DB}"/>
          </ac:spMkLst>
        </pc:spChg>
        <pc:spChg chg="mod">
          <ac:chgData name="Royal Yogesh" userId="197b2abcf8500c62" providerId="LiveId" clId="{3FA6BB09-FD3B-4DE9-9CA7-AB5F6554C7F6}" dt="2026-07-21T04:20:31.945" v="329" actId="1076"/>
          <ac:spMkLst>
            <pc:docMk/>
            <pc:sldMk cId="1318862241" sldId="261"/>
            <ac:spMk id="3" creationId="{74826055-BCBB-32E2-EF70-C291FFB8CCFA}"/>
          </ac:spMkLst>
        </pc:spChg>
        <pc:spChg chg="add">
          <ac:chgData name="Royal Yogesh" userId="197b2abcf8500c62" providerId="LiveId" clId="{3FA6BB09-FD3B-4DE9-9CA7-AB5F6554C7F6}" dt="2026-07-21T04:20:27.225" v="328" actId="26606"/>
          <ac:spMkLst>
            <pc:docMk/>
            <pc:sldMk cId="1318862241" sldId="261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0:27.225" v="328" actId="26606"/>
          <ac:spMkLst>
            <pc:docMk/>
            <pc:sldMk cId="1318862241" sldId="261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0:27.225" v="328" actId="26606"/>
          <ac:spMkLst>
            <pc:docMk/>
            <pc:sldMk cId="1318862241" sldId="261"/>
            <ac:spMk id="12" creationId="{081E4A58-353D-44AE-B2FC-2A74E2E400F7}"/>
          </ac:spMkLst>
        </pc:spChg>
      </pc:sldChg>
      <pc:sldChg chg="addSp modSp new del mod setBg">
        <pc:chgData name="Royal Yogesh" userId="197b2abcf8500c62" providerId="LiveId" clId="{3FA6BB09-FD3B-4DE9-9CA7-AB5F6554C7F6}" dt="2026-07-21T05:03:57.119" v="399" actId="47"/>
        <pc:sldMkLst>
          <pc:docMk/>
          <pc:sldMk cId="3343056495" sldId="262"/>
        </pc:sldMkLst>
        <pc:spChg chg="mod">
          <ac:chgData name="Royal Yogesh" userId="197b2abcf8500c62" providerId="LiveId" clId="{3FA6BB09-FD3B-4DE9-9CA7-AB5F6554C7F6}" dt="2026-07-21T04:20:37.363" v="330" actId="26606"/>
          <ac:spMkLst>
            <pc:docMk/>
            <pc:sldMk cId="3343056495" sldId="262"/>
            <ac:spMk id="2" creationId="{997FAAC2-47EC-6F5A-B3DB-B4A4DBD4071D}"/>
          </ac:spMkLst>
        </pc:spChg>
        <pc:spChg chg="mod">
          <ac:chgData name="Royal Yogesh" userId="197b2abcf8500c62" providerId="LiveId" clId="{3FA6BB09-FD3B-4DE9-9CA7-AB5F6554C7F6}" dt="2026-07-21T04:20:37.363" v="330" actId="26606"/>
          <ac:spMkLst>
            <pc:docMk/>
            <pc:sldMk cId="3343056495" sldId="262"/>
            <ac:spMk id="3" creationId="{6ECC8447-1C50-EE73-52C8-C5984A9FAAFE}"/>
          </ac:spMkLst>
        </pc:spChg>
        <pc:spChg chg="add">
          <ac:chgData name="Royal Yogesh" userId="197b2abcf8500c62" providerId="LiveId" clId="{3FA6BB09-FD3B-4DE9-9CA7-AB5F6554C7F6}" dt="2026-07-21T04:20:37.363" v="330" actId="26606"/>
          <ac:spMkLst>
            <pc:docMk/>
            <pc:sldMk cId="3343056495" sldId="262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0:37.363" v="330" actId="26606"/>
          <ac:spMkLst>
            <pc:docMk/>
            <pc:sldMk cId="3343056495" sldId="262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0:37.363" v="330" actId="26606"/>
          <ac:spMkLst>
            <pc:docMk/>
            <pc:sldMk cId="3343056495" sldId="262"/>
            <ac:spMk id="12" creationId="{081E4A58-353D-44AE-B2FC-2A74E2E400F7}"/>
          </ac:spMkLst>
        </pc:spChg>
      </pc:sldChg>
      <pc:sldChg chg="addSp delSp modSp new mod setBg">
        <pc:chgData name="Royal Yogesh" userId="197b2abcf8500c62" providerId="LiveId" clId="{3FA6BB09-FD3B-4DE9-9CA7-AB5F6554C7F6}" dt="2026-07-21T04:09:13.861" v="243" actId="113"/>
        <pc:sldMkLst>
          <pc:docMk/>
          <pc:sldMk cId="1016750351" sldId="263"/>
        </pc:sldMkLst>
        <pc:spChg chg="mod">
          <ac:chgData name="Royal Yogesh" userId="197b2abcf8500c62" providerId="LiveId" clId="{3FA6BB09-FD3B-4DE9-9CA7-AB5F6554C7F6}" dt="2026-07-21T04:08:47.804" v="240" actId="113"/>
          <ac:spMkLst>
            <pc:docMk/>
            <pc:sldMk cId="1016750351" sldId="263"/>
            <ac:spMk id="2" creationId="{C9E977E8-A431-1836-9A57-9D25D37BEFAA}"/>
          </ac:spMkLst>
        </pc:spChg>
        <pc:spChg chg="del">
          <ac:chgData name="Royal Yogesh" userId="197b2abcf8500c62" providerId="LiveId" clId="{3FA6BB09-FD3B-4DE9-9CA7-AB5F6554C7F6}" dt="2026-07-21T03:54:18.231" v="151"/>
          <ac:spMkLst>
            <pc:docMk/>
            <pc:sldMk cId="1016750351" sldId="263"/>
            <ac:spMk id="3" creationId="{2FA8B9BE-BA23-301C-2443-09C076A59750}"/>
          </ac:spMkLst>
        </pc:spChg>
        <pc:spChg chg="add">
          <ac:chgData name="Royal Yogesh" userId="197b2abcf8500c62" providerId="LiveId" clId="{3FA6BB09-FD3B-4DE9-9CA7-AB5F6554C7F6}" dt="2026-07-21T03:54:23.057" v="152" actId="26606"/>
          <ac:spMkLst>
            <pc:docMk/>
            <pc:sldMk cId="1016750351" sldId="263"/>
            <ac:spMk id="9" creationId="{576152AB-DB4E-43E1-BE8B-9E2B5DE4CA12}"/>
          </ac:spMkLst>
        </pc:spChg>
        <pc:spChg chg="add">
          <ac:chgData name="Royal Yogesh" userId="197b2abcf8500c62" providerId="LiveId" clId="{3FA6BB09-FD3B-4DE9-9CA7-AB5F6554C7F6}" dt="2026-07-21T03:54:23.057" v="152" actId="26606"/>
          <ac:spMkLst>
            <pc:docMk/>
            <pc:sldMk cId="1016750351" sldId="263"/>
            <ac:spMk id="11" creationId="{92544CF4-9B52-4A7B-A4B3-88C72729B77D}"/>
          </ac:spMkLst>
        </pc:spChg>
        <pc:spChg chg="add">
          <ac:chgData name="Royal Yogesh" userId="197b2abcf8500c62" providerId="LiveId" clId="{3FA6BB09-FD3B-4DE9-9CA7-AB5F6554C7F6}" dt="2026-07-21T03:54:23.057" v="152" actId="26606"/>
          <ac:spMkLst>
            <pc:docMk/>
            <pc:sldMk cId="1016750351" sldId="263"/>
            <ac:spMk id="13" creationId="{E75862C5-5C00-4421-BC7B-9B7B86DBC80D}"/>
          </ac:spMkLst>
        </pc:spChg>
        <pc:spChg chg="add">
          <ac:chgData name="Royal Yogesh" userId="197b2abcf8500c62" providerId="LiveId" clId="{3FA6BB09-FD3B-4DE9-9CA7-AB5F6554C7F6}" dt="2026-07-21T03:54:23.057" v="152" actId="26606"/>
          <ac:spMkLst>
            <pc:docMk/>
            <pc:sldMk cId="1016750351" sldId="263"/>
            <ac:spMk id="15" creationId="{089440EF-9BE9-4AE9-8C28-00B02296CDB6}"/>
          </ac:spMkLst>
        </pc:spChg>
        <pc:graphicFrameChg chg="add mod modGraphic">
          <ac:chgData name="Royal Yogesh" userId="197b2abcf8500c62" providerId="LiveId" clId="{3FA6BB09-FD3B-4DE9-9CA7-AB5F6554C7F6}" dt="2026-07-21T04:09:13.861" v="243" actId="113"/>
          <ac:graphicFrameMkLst>
            <pc:docMk/>
            <pc:sldMk cId="1016750351" sldId="263"/>
            <ac:graphicFrameMk id="4" creationId="{22EE401D-CC76-FF10-8C0E-00D902840A20}"/>
          </ac:graphicFrameMkLst>
        </pc:graphicFrameChg>
      </pc:sldChg>
      <pc:sldChg chg="modSp new del mod">
        <pc:chgData name="Royal Yogesh" userId="197b2abcf8500c62" providerId="LiveId" clId="{3FA6BB09-FD3B-4DE9-9CA7-AB5F6554C7F6}" dt="2026-07-21T04:04:58.661" v="215" actId="47"/>
        <pc:sldMkLst>
          <pc:docMk/>
          <pc:sldMk cId="1452221898" sldId="264"/>
        </pc:sldMkLst>
        <pc:spChg chg="mod">
          <ac:chgData name="Royal Yogesh" userId="197b2abcf8500c62" providerId="LiveId" clId="{3FA6BB09-FD3B-4DE9-9CA7-AB5F6554C7F6}" dt="2026-07-21T03:54:37.194" v="154"/>
          <ac:spMkLst>
            <pc:docMk/>
            <pc:sldMk cId="1452221898" sldId="264"/>
            <ac:spMk id="2" creationId="{9C9E5729-2329-767F-1688-D9B1E57C45B1}"/>
          </ac:spMkLst>
        </pc:spChg>
        <pc:spChg chg="mod">
          <ac:chgData name="Royal Yogesh" userId="197b2abcf8500c62" providerId="LiveId" clId="{3FA6BB09-FD3B-4DE9-9CA7-AB5F6554C7F6}" dt="2026-07-21T03:56:11.636" v="158" actId="255"/>
          <ac:spMkLst>
            <pc:docMk/>
            <pc:sldMk cId="1452221898" sldId="264"/>
            <ac:spMk id="3" creationId="{57CB9BBB-DBEE-4F44-B767-DE5B65165AD0}"/>
          </ac:spMkLst>
        </pc:spChg>
      </pc:sldChg>
      <pc:sldChg chg="new del">
        <pc:chgData name="Royal Yogesh" userId="197b2abcf8500c62" providerId="LiveId" clId="{3FA6BB09-FD3B-4DE9-9CA7-AB5F6554C7F6}" dt="2026-07-21T04:04:56.226" v="214" actId="47"/>
        <pc:sldMkLst>
          <pc:docMk/>
          <pc:sldMk cId="4052744114" sldId="265"/>
        </pc:sldMkLst>
      </pc:sldChg>
      <pc:sldChg chg="addSp delSp modSp new del mod setBg">
        <pc:chgData name="Royal Yogesh" userId="197b2abcf8500c62" providerId="LiveId" clId="{3FA6BB09-FD3B-4DE9-9CA7-AB5F6554C7F6}" dt="2026-07-21T04:33:36.363" v="377" actId="47"/>
        <pc:sldMkLst>
          <pc:docMk/>
          <pc:sldMk cId="475179214" sldId="266"/>
        </pc:sldMkLst>
        <pc:spChg chg="mod">
          <ac:chgData name="Royal Yogesh" userId="197b2abcf8500c62" providerId="LiveId" clId="{3FA6BB09-FD3B-4DE9-9CA7-AB5F6554C7F6}" dt="2026-07-21T04:20:45.523" v="331" actId="26606"/>
          <ac:spMkLst>
            <pc:docMk/>
            <pc:sldMk cId="475179214" sldId="266"/>
            <ac:spMk id="2" creationId="{1C3E1B25-212B-CD73-51C4-91BE4EB1DF0A}"/>
          </ac:spMkLst>
        </pc:spChg>
        <pc:spChg chg="mod">
          <ac:chgData name="Royal Yogesh" userId="197b2abcf8500c62" providerId="LiveId" clId="{3FA6BB09-FD3B-4DE9-9CA7-AB5F6554C7F6}" dt="2026-07-21T04:22:13.308" v="340" actId="113"/>
          <ac:spMkLst>
            <pc:docMk/>
            <pc:sldMk cId="475179214" sldId="266"/>
            <ac:spMk id="3" creationId="{E4036F35-353F-7F78-5D18-D4325821AEF1}"/>
          </ac:spMkLst>
        </pc:spChg>
        <pc:spChg chg="add del">
          <ac:chgData name="Royal Yogesh" userId="197b2abcf8500c62" providerId="LiveId" clId="{3FA6BB09-FD3B-4DE9-9CA7-AB5F6554C7F6}" dt="2026-07-21T04:04:26.321" v="210" actId="22"/>
          <ac:spMkLst>
            <pc:docMk/>
            <pc:sldMk cId="475179214" sldId="266"/>
            <ac:spMk id="5" creationId="{4EDB12BF-C5D3-485D-311A-DDD1E56BBF6F}"/>
          </ac:spMkLst>
        </pc:spChg>
        <pc:spChg chg="add">
          <ac:chgData name="Royal Yogesh" userId="197b2abcf8500c62" providerId="LiveId" clId="{3FA6BB09-FD3B-4DE9-9CA7-AB5F6554C7F6}" dt="2026-07-21T04:20:45.523" v="331" actId="26606"/>
          <ac:spMkLst>
            <pc:docMk/>
            <pc:sldMk cId="475179214" sldId="266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0:45.523" v="331" actId="26606"/>
          <ac:spMkLst>
            <pc:docMk/>
            <pc:sldMk cId="475179214" sldId="266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0:45.523" v="331" actId="26606"/>
          <ac:spMkLst>
            <pc:docMk/>
            <pc:sldMk cId="475179214" sldId="266"/>
            <ac:spMk id="12" creationId="{081E4A58-353D-44AE-B2FC-2A74E2E400F7}"/>
          </ac:spMkLst>
        </pc:spChg>
      </pc:sldChg>
      <pc:sldChg chg="addSp modSp new del mod setBg">
        <pc:chgData name="Royal Yogesh" userId="197b2abcf8500c62" providerId="LiveId" clId="{3FA6BB09-FD3B-4DE9-9CA7-AB5F6554C7F6}" dt="2026-07-21T04:36:21.880" v="386" actId="47"/>
        <pc:sldMkLst>
          <pc:docMk/>
          <pc:sldMk cId="3645449978" sldId="267"/>
        </pc:sldMkLst>
        <pc:spChg chg="mod">
          <ac:chgData name="Royal Yogesh" userId="197b2abcf8500c62" providerId="LiveId" clId="{3FA6BB09-FD3B-4DE9-9CA7-AB5F6554C7F6}" dt="2026-07-21T04:36:02.151" v="385" actId="20577"/>
          <ac:spMkLst>
            <pc:docMk/>
            <pc:sldMk cId="3645449978" sldId="267"/>
            <ac:spMk id="2" creationId="{E9A2BB46-1A2B-5047-4770-32F1C1AD6713}"/>
          </ac:spMkLst>
        </pc:spChg>
        <pc:spChg chg="mod">
          <ac:chgData name="Royal Yogesh" userId="197b2abcf8500c62" providerId="LiveId" clId="{3FA6BB09-FD3B-4DE9-9CA7-AB5F6554C7F6}" dt="2026-07-21T04:21:34.247" v="336" actId="113"/>
          <ac:spMkLst>
            <pc:docMk/>
            <pc:sldMk cId="3645449978" sldId="267"/>
            <ac:spMk id="3" creationId="{E6373102-2223-AEB2-D19C-655ACEABA60D}"/>
          </ac:spMkLst>
        </pc:spChg>
        <pc:spChg chg="add">
          <ac:chgData name="Royal Yogesh" userId="197b2abcf8500c62" providerId="LiveId" clId="{3FA6BB09-FD3B-4DE9-9CA7-AB5F6554C7F6}" dt="2026-07-21T04:20:57.496" v="333" actId="26606"/>
          <ac:spMkLst>
            <pc:docMk/>
            <pc:sldMk cId="3645449978" sldId="267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0:57.496" v="333" actId="26606"/>
          <ac:spMkLst>
            <pc:docMk/>
            <pc:sldMk cId="3645449978" sldId="267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0:57.496" v="333" actId="26606"/>
          <ac:spMkLst>
            <pc:docMk/>
            <pc:sldMk cId="3645449978" sldId="267"/>
            <ac:spMk id="12" creationId="{081E4A58-353D-44AE-B2FC-2A74E2E400F7}"/>
          </ac:spMkLst>
        </pc:spChg>
      </pc:sldChg>
      <pc:sldChg chg="addSp delSp modSp new mod setBg">
        <pc:chgData name="Royal Yogesh" userId="197b2abcf8500c62" providerId="LiveId" clId="{3FA6BB09-FD3B-4DE9-9CA7-AB5F6554C7F6}" dt="2026-07-21T04:36:31.615" v="389" actId="20577"/>
        <pc:sldMkLst>
          <pc:docMk/>
          <pc:sldMk cId="1014127744" sldId="268"/>
        </pc:sldMkLst>
        <pc:spChg chg="mod">
          <ac:chgData name="Royal Yogesh" userId="197b2abcf8500c62" providerId="LiveId" clId="{3FA6BB09-FD3B-4DE9-9CA7-AB5F6554C7F6}" dt="2026-07-21T04:36:31.615" v="389" actId="20577"/>
          <ac:spMkLst>
            <pc:docMk/>
            <pc:sldMk cId="1014127744" sldId="268"/>
            <ac:spMk id="2" creationId="{4817FE65-C0FE-7049-BD90-8542AC7F3732}"/>
          </ac:spMkLst>
        </pc:spChg>
        <pc:spChg chg="add del mod">
          <ac:chgData name="Royal Yogesh" userId="197b2abcf8500c62" providerId="LiveId" clId="{3FA6BB09-FD3B-4DE9-9CA7-AB5F6554C7F6}" dt="2026-07-21T04:21:09.501" v="334" actId="26606"/>
          <ac:spMkLst>
            <pc:docMk/>
            <pc:sldMk cId="1014127744" sldId="268"/>
            <ac:spMk id="3" creationId="{F4D73A7B-0CD6-53B6-32A1-FFF7C0C49C05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5" creationId="{DEC06249-286D-7DAE-5164-CFF2FDFB2134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6" creationId="{28A81863-C953-B27F-84FE-1869AF0C869D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7" creationId="{AF3922F2-19B8-D132-525B-A21BAD925D16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8" creationId="{BF2B9CC8-20CD-F6E3-3682-D06B78AD83C3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9" creationId="{15182DDA-79FE-3E52-800B-A056075976B9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0" creationId="{FC3293D1-58BA-1340-9F73-928E3E27A5BC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1" creationId="{8D10566D-1352-DB75-F242-70F0A1DECABA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2" creationId="{39AB0C98-75FB-4479-8EA6-E5F1BEA917F7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3" creationId="{D94D3071-60F3-621B-258F-31080B1DB758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4" creationId="{4DDBB31D-784E-4695-A830-F11508C46375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5" creationId="{3D0D86F7-1CC7-E33F-3B72-99E55E5547D1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6" creationId="{FBB88512-1EC7-B91A-3D04-ED37729AD182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7" creationId="{EE8F3089-5542-64EE-B815-2FAA0E8C1AC6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8" creationId="{3A63E303-A1A4-E76E-284E-BF75BD46C272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19" creationId="{240CE746-EB58-952C-66D3-39D95B72B0B2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20" creationId="{9C2BD16A-8F55-5BCB-C44D-7F76CF357072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21" creationId="{2EF7BB5F-2AD5-595C-34CF-80D81DADB7B1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22" creationId="{14BE2F38-8EDB-2A17-68E2-CC9A72B9431A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23" creationId="{97E5CD52-FEE1-6613-4809-640DD4247E97}"/>
          </ac:spMkLst>
        </pc:spChg>
        <pc:spChg chg="add mod">
          <ac:chgData name="Royal Yogesh" userId="197b2abcf8500c62" providerId="LiveId" clId="{3FA6BB09-FD3B-4DE9-9CA7-AB5F6554C7F6}" dt="2026-07-21T04:02:37.802" v="192"/>
          <ac:spMkLst>
            <pc:docMk/>
            <pc:sldMk cId="1014127744" sldId="268"/>
            <ac:spMk id="24" creationId="{4C28E776-FC63-24DA-0DCE-CF2BD0B34D68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26" creationId="{3E8B06C4-2154-9B48-02EA-F4CFD8539254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27" creationId="{7FB069A1-2B44-304A-1DB8-2164622B652B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28" creationId="{D5100954-2814-3F63-0773-9869457E02A8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29" creationId="{73771097-C6FC-C6EA-B32F-4C40D1AAD5BF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0" creationId="{095BEA39-04C6-1FC4-F6F8-68E018E833F8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1" creationId="{D6984826-A7F2-12D8-CE66-2DDDB2DBBFFB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2" creationId="{9070596F-1E71-38EB-14E0-8A6F89B9B052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3" creationId="{2DC1287E-7F1C-A118-07C8-C9935AF5E991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4" creationId="{A48EE0B4-A8D1-81C1-42A2-386FFACAC8BC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5" creationId="{E0FA3D8A-6D2D-BD2F-A7A8-16B2519AC491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6" creationId="{29A99193-3201-1D1D-E18B-FEC3C19FCC3D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7" creationId="{33056335-DB93-B63D-2A01-410AEDA52EEE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8" creationId="{49623B75-DEDE-8B07-825C-510639CA5A86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39" creationId="{A85617DA-D48C-1C89-332D-0A4612A3FFBC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40" creationId="{96291775-19D7-D8AB-84DF-120744223567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41" creationId="{76A804BA-521B-D52C-4103-B737870DAD1B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42" creationId="{83084EF7-AF05-08F9-7804-7516255AAEDA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43" creationId="{4BB0DAC9-5E26-5532-26C0-45F55DA5A89F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44" creationId="{B7557ED4-E9EB-F958-1E1C-17256BCFC1D2}"/>
          </ac:spMkLst>
        </pc:spChg>
        <pc:spChg chg="add mod">
          <ac:chgData name="Royal Yogesh" userId="197b2abcf8500c62" providerId="LiveId" clId="{3FA6BB09-FD3B-4DE9-9CA7-AB5F6554C7F6}" dt="2026-07-21T04:02:46.139" v="194"/>
          <ac:spMkLst>
            <pc:docMk/>
            <pc:sldMk cId="1014127744" sldId="268"/>
            <ac:spMk id="45" creationId="{FD00844E-33E8-281F-B9C6-8BFF9FB95BB7}"/>
          </ac:spMkLst>
        </pc:spChg>
        <pc:spChg chg="add">
          <ac:chgData name="Royal Yogesh" userId="197b2abcf8500c62" providerId="LiveId" clId="{3FA6BB09-FD3B-4DE9-9CA7-AB5F6554C7F6}" dt="2026-07-21T04:21:09.501" v="334" actId="26606"/>
          <ac:spMkLst>
            <pc:docMk/>
            <pc:sldMk cId="1014127744" sldId="268"/>
            <ac:spMk id="46" creationId="{907EF6B7-1338-4443-8C46-6A318D952DFD}"/>
          </ac:spMkLst>
        </pc:spChg>
        <pc:spChg chg="add del">
          <ac:chgData name="Royal Yogesh" userId="197b2abcf8500c62" providerId="LiveId" clId="{3FA6BB09-FD3B-4DE9-9CA7-AB5F6554C7F6}" dt="2026-07-21T04:02:59.091" v="196" actId="22"/>
          <ac:spMkLst>
            <pc:docMk/>
            <pc:sldMk cId="1014127744" sldId="268"/>
            <ac:spMk id="47" creationId="{F1DA4171-D7F6-1E5F-E223-9BD19E543FB7}"/>
          </ac:spMkLst>
        </pc:spChg>
        <pc:spChg chg="add">
          <ac:chgData name="Royal Yogesh" userId="197b2abcf8500c62" providerId="LiveId" clId="{3FA6BB09-FD3B-4DE9-9CA7-AB5F6554C7F6}" dt="2026-07-21T04:21:09.501" v="334" actId="26606"/>
          <ac:spMkLst>
            <pc:docMk/>
            <pc:sldMk cId="1014127744" sldId="268"/>
            <ac:spMk id="48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1:09.501" v="334" actId="26606"/>
          <ac:spMkLst>
            <pc:docMk/>
            <pc:sldMk cId="1014127744" sldId="268"/>
            <ac:spMk id="49" creationId="{081E4A58-353D-44AE-B2FC-2A74E2E400F7}"/>
          </ac:spMkLst>
        </pc:spChg>
        <pc:graphicFrameChg chg="add mod">
          <ac:chgData name="Royal Yogesh" userId="197b2abcf8500c62" providerId="LiveId" clId="{3FA6BB09-FD3B-4DE9-9CA7-AB5F6554C7F6}" dt="2026-07-21T04:02:37.802" v="192"/>
          <ac:graphicFrameMkLst>
            <pc:docMk/>
            <pc:sldMk cId="1014127744" sldId="268"/>
            <ac:graphicFrameMk id="4" creationId="{99F2BD27-7E8E-A4AB-620C-A8936B86ADB0}"/>
          </ac:graphicFrameMkLst>
        </pc:graphicFrameChg>
        <pc:graphicFrameChg chg="add mod">
          <ac:chgData name="Royal Yogesh" userId="197b2abcf8500c62" providerId="LiveId" clId="{3FA6BB09-FD3B-4DE9-9CA7-AB5F6554C7F6}" dt="2026-07-21T04:02:46.139" v="194"/>
          <ac:graphicFrameMkLst>
            <pc:docMk/>
            <pc:sldMk cId="1014127744" sldId="268"/>
            <ac:graphicFrameMk id="25" creationId="{E39A7BAC-9FFB-9246-AC1E-95562E1CE1D5}"/>
          </ac:graphicFrameMkLst>
        </pc:graphicFrameChg>
      </pc:sldChg>
      <pc:sldChg chg="addSp modSp new mod setBg">
        <pc:chgData name="Royal Yogesh" userId="197b2abcf8500c62" providerId="LiveId" clId="{3FA6BB09-FD3B-4DE9-9CA7-AB5F6554C7F6}" dt="2026-07-21T04:22:17.546" v="341" actId="26606"/>
        <pc:sldMkLst>
          <pc:docMk/>
          <pc:sldMk cId="2175264076" sldId="269"/>
        </pc:sldMkLst>
        <pc:spChg chg="mod">
          <ac:chgData name="Royal Yogesh" userId="197b2abcf8500c62" providerId="LiveId" clId="{3FA6BB09-FD3B-4DE9-9CA7-AB5F6554C7F6}" dt="2026-07-21T04:22:17.546" v="341" actId="26606"/>
          <ac:spMkLst>
            <pc:docMk/>
            <pc:sldMk cId="2175264076" sldId="269"/>
            <ac:spMk id="2" creationId="{4EFF60E0-1E0D-9CEC-F8E6-4BD7AA818774}"/>
          </ac:spMkLst>
        </pc:spChg>
        <pc:spChg chg="mod">
          <ac:chgData name="Royal Yogesh" userId="197b2abcf8500c62" providerId="LiveId" clId="{3FA6BB09-FD3B-4DE9-9CA7-AB5F6554C7F6}" dt="2026-07-21T04:22:17.546" v="341" actId="26606"/>
          <ac:spMkLst>
            <pc:docMk/>
            <pc:sldMk cId="2175264076" sldId="269"/>
            <ac:spMk id="3" creationId="{1E70CF3D-9BA5-DE3E-F3EC-F081031EAE2B}"/>
          </ac:spMkLst>
        </pc:spChg>
        <pc:spChg chg="add">
          <ac:chgData name="Royal Yogesh" userId="197b2abcf8500c62" providerId="LiveId" clId="{3FA6BB09-FD3B-4DE9-9CA7-AB5F6554C7F6}" dt="2026-07-21T04:22:17.546" v="341" actId="26606"/>
          <ac:spMkLst>
            <pc:docMk/>
            <pc:sldMk cId="2175264076" sldId="269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2:17.546" v="341" actId="26606"/>
          <ac:spMkLst>
            <pc:docMk/>
            <pc:sldMk cId="2175264076" sldId="269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2:17.546" v="341" actId="26606"/>
          <ac:spMkLst>
            <pc:docMk/>
            <pc:sldMk cId="2175264076" sldId="269"/>
            <ac:spMk id="12" creationId="{081E4A58-353D-44AE-B2FC-2A74E2E400F7}"/>
          </ac:spMkLst>
        </pc:spChg>
      </pc:sldChg>
      <pc:sldChg chg="addSp modSp new del mod setBg">
        <pc:chgData name="Royal Yogesh" userId="197b2abcf8500c62" providerId="LiveId" clId="{3FA6BB09-FD3B-4DE9-9CA7-AB5F6554C7F6}" dt="2026-07-21T04:25:14.431" v="353" actId="47"/>
        <pc:sldMkLst>
          <pc:docMk/>
          <pc:sldMk cId="3545328095" sldId="270"/>
        </pc:sldMkLst>
        <pc:spChg chg="mod">
          <ac:chgData name="Royal Yogesh" userId="197b2abcf8500c62" providerId="LiveId" clId="{3FA6BB09-FD3B-4DE9-9CA7-AB5F6554C7F6}" dt="2026-07-21T04:22:22.232" v="342" actId="26606"/>
          <ac:spMkLst>
            <pc:docMk/>
            <pc:sldMk cId="3545328095" sldId="270"/>
            <ac:spMk id="2" creationId="{617854F3-1E77-BE57-465A-885C8F8020B9}"/>
          </ac:spMkLst>
        </pc:spChg>
        <pc:spChg chg="mod">
          <ac:chgData name="Royal Yogesh" userId="197b2abcf8500c62" providerId="LiveId" clId="{3FA6BB09-FD3B-4DE9-9CA7-AB5F6554C7F6}" dt="2026-07-21T04:22:22.232" v="342" actId="26606"/>
          <ac:spMkLst>
            <pc:docMk/>
            <pc:sldMk cId="3545328095" sldId="270"/>
            <ac:spMk id="3" creationId="{3829F51A-15DD-C537-3250-3617F010A104}"/>
          </ac:spMkLst>
        </pc:spChg>
        <pc:spChg chg="add">
          <ac:chgData name="Royal Yogesh" userId="197b2abcf8500c62" providerId="LiveId" clId="{3FA6BB09-FD3B-4DE9-9CA7-AB5F6554C7F6}" dt="2026-07-21T04:22:22.232" v="342" actId="26606"/>
          <ac:spMkLst>
            <pc:docMk/>
            <pc:sldMk cId="3545328095" sldId="270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2:22.232" v="342" actId="26606"/>
          <ac:spMkLst>
            <pc:docMk/>
            <pc:sldMk cId="3545328095" sldId="270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2:22.232" v="342" actId="26606"/>
          <ac:spMkLst>
            <pc:docMk/>
            <pc:sldMk cId="3545328095" sldId="270"/>
            <ac:spMk id="12" creationId="{081E4A58-353D-44AE-B2FC-2A74E2E400F7}"/>
          </ac:spMkLst>
        </pc:spChg>
      </pc:sldChg>
      <pc:sldChg chg="addSp modSp new mod setBg">
        <pc:chgData name="Royal Yogesh" userId="197b2abcf8500c62" providerId="LiveId" clId="{3FA6BB09-FD3B-4DE9-9CA7-AB5F6554C7F6}" dt="2026-07-21T04:22:26.263" v="343" actId="26606"/>
        <pc:sldMkLst>
          <pc:docMk/>
          <pc:sldMk cId="2471763239" sldId="271"/>
        </pc:sldMkLst>
        <pc:spChg chg="mod">
          <ac:chgData name="Royal Yogesh" userId="197b2abcf8500c62" providerId="LiveId" clId="{3FA6BB09-FD3B-4DE9-9CA7-AB5F6554C7F6}" dt="2026-07-21T04:22:26.263" v="343" actId="26606"/>
          <ac:spMkLst>
            <pc:docMk/>
            <pc:sldMk cId="2471763239" sldId="271"/>
            <ac:spMk id="2" creationId="{8D2D0DB6-C35F-E4BB-CAAB-8C96DE933C0D}"/>
          </ac:spMkLst>
        </pc:spChg>
        <pc:spChg chg="mod">
          <ac:chgData name="Royal Yogesh" userId="197b2abcf8500c62" providerId="LiveId" clId="{3FA6BB09-FD3B-4DE9-9CA7-AB5F6554C7F6}" dt="2026-07-21T04:22:26.263" v="343" actId="26606"/>
          <ac:spMkLst>
            <pc:docMk/>
            <pc:sldMk cId="2471763239" sldId="271"/>
            <ac:spMk id="3" creationId="{E4E62837-8B31-1EB6-B823-BB8C523C857A}"/>
          </ac:spMkLst>
        </pc:spChg>
        <pc:spChg chg="add">
          <ac:chgData name="Royal Yogesh" userId="197b2abcf8500c62" providerId="LiveId" clId="{3FA6BB09-FD3B-4DE9-9CA7-AB5F6554C7F6}" dt="2026-07-21T04:22:26.263" v="343" actId="26606"/>
          <ac:spMkLst>
            <pc:docMk/>
            <pc:sldMk cId="2471763239" sldId="271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2:26.263" v="343" actId="26606"/>
          <ac:spMkLst>
            <pc:docMk/>
            <pc:sldMk cId="2471763239" sldId="271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2:26.263" v="343" actId="26606"/>
          <ac:spMkLst>
            <pc:docMk/>
            <pc:sldMk cId="2471763239" sldId="271"/>
            <ac:spMk id="12" creationId="{081E4A58-353D-44AE-B2FC-2A74E2E400F7}"/>
          </ac:spMkLst>
        </pc:spChg>
      </pc:sldChg>
      <pc:sldChg chg="addSp modSp new mod setBg">
        <pc:chgData name="Royal Yogesh" userId="197b2abcf8500c62" providerId="LiveId" clId="{3FA6BB09-FD3B-4DE9-9CA7-AB5F6554C7F6}" dt="2026-07-21T04:22:46.940" v="344" actId="26606"/>
        <pc:sldMkLst>
          <pc:docMk/>
          <pc:sldMk cId="4176863537" sldId="272"/>
        </pc:sldMkLst>
        <pc:spChg chg="mod">
          <ac:chgData name="Royal Yogesh" userId="197b2abcf8500c62" providerId="LiveId" clId="{3FA6BB09-FD3B-4DE9-9CA7-AB5F6554C7F6}" dt="2026-07-21T04:22:46.940" v="344" actId="26606"/>
          <ac:spMkLst>
            <pc:docMk/>
            <pc:sldMk cId="4176863537" sldId="272"/>
            <ac:spMk id="2" creationId="{B8B340EF-D0FC-9940-B9DC-9F89A78D3329}"/>
          </ac:spMkLst>
        </pc:spChg>
        <pc:spChg chg="mod">
          <ac:chgData name="Royal Yogesh" userId="197b2abcf8500c62" providerId="LiveId" clId="{3FA6BB09-FD3B-4DE9-9CA7-AB5F6554C7F6}" dt="2026-07-21T04:22:46.940" v="344" actId="26606"/>
          <ac:spMkLst>
            <pc:docMk/>
            <pc:sldMk cId="4176863537" sldId="272"/>
            <ac:spMk id="3" creationId="{22E73264-E8B0-D2C8-248D-BFB6620CC94E}"/>
          </ac:spMkLst>
        </pc:spChg>
        <pc:spChg chg="add">
          <ac:chgData name="Royal Yogesh" userId="197b2abcf8500c62" providerId="LiveId" clId="{3FA6BB09-FD3B-4DE9-9CA7-AB5F6554C7F6}" dt="2026-07-21T04:22:46.940" v="344" actId="26606"/>
          <ac:spMkLst>
            <pc:docMk/>
            <pc:sldMk cId="4176863537" sldId="272"/>
            <ac:spMk id="8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2:46.940" v="344" actId="26606"/>
          <ac:spMkLst>
            <pc:docMk/>
            <pc:sldMk cId="4176863537" sldId="272"/>
            <ac:spMk id="10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2:46.940" v="344" actId="26606"/>
          <ac:spMkLst>
            <pc:docMk/>
            <pc:sldMk cId="4176863537" sldId="272"/>
            <ac:spMk id="12" creationId="{081E4A58-353D-44AE-B2FC-2A74E2E400F7}"/>
          </ac:spMkLst>
        </pc:spChg>
      </pc:sldChg>
      <pc:sldChg chg="addSp delSp modSp new mod setBg">
        <pc:chgData name="Royal Yogesh" userId="197b2abcf8500c62" providerId="LiveId" clId="{3FA6BB09-FD3B-4DE9-9CA7-AB5F6554C7F6}" dt="2026-07-21T04:22:51.523" v="345" actId="26606"/>
        <pc:sldMkLst>
          <pc:docMk/>
          <pc:sldMk cId="3043278060" sldId="273"/>
        </pc:sldMkLst>
        <pc:spChg chg="mod">
          <ac:chgData name="Royal Yogesh" userId="197b2abcf8500c62" providerId="LiveId" clId="{3FA6BB09-FD3B-4DE9-9CA7-AB5F6554C7F6}" dt="2026-07-21T04:22:51.523" v="345" actId="26606"/>
          <ac:spMkLst>
            <pc:docMk/>
            <pc:sldMk cId="3043278060" sldId="273"/>
            <ac:spMk id="2" creationId="{5C8EFBEE-6783-AB4B-56CF-A2B7F2AEC232}"/>
          </ac:spMkLst>
        </pc:spChg>
        <pc:spChg chg="del">
          <ac:chgData name="Royal Yogesh" userId="197b2abcf8500c62" providerId="LiveId" clId="{3FA6BB09-FD3B-4DE9-9CA7-AB5F6554C7F6}" dt="2026-07-21T03:59:13.036" v="178"/>
          <ac:spMkLst>
            <pc:docMk/>
            <pc:sldMk cId="3043278060" sldId="273"/>
            <ac:spMk id="3" creationId="{0F4F61DB-AD0B-DF16-94A1-BCDA14775361}"/>
          </ac:spMkLst>
        </pc:spChg>
        <pc:spChg chg="add">
          <ac:chgData name="Royal Yogesh" userId="197b2abcf8500c62" providerId="LiveId" clId="{3FA6BB09-FD3B-4DE9-9CA7-AB5F6554C7F6}" dt="2026-07-21T03:59:08.926" v="177"/>
          <ac:spMkLst>
            <pc:docMk/>
            <pc:sldMk cId="3043278060" sldId="273"/>
            <ac:spMk id="4" creationId="{F9EFF9D5-6AC0-849F-A496-B7E28512950D}"/>
          </ac:spMkLst>
        </pc:spChg>
        <pc:spChg chg="add mod">
          <ac:chgData name="Royal Yogesh" userId="197b2abcf8500c62" providerId="LiveId" clId="{3FA6BB09-FD3B-4DE9-9CA7-AB5F6554C7F6}" dt="2026-07-21T04:22:51.523" v="345" actId="26606"/>
          <ac:spMkLst>
            <pc:docMk/>
            <pc:sldMk cId="3043278060" sldId="273"/>
            <ac:spMk id="5" creationId="{D8FBD44A-56B2-01AF-7492-AC4744FCDE09}"/>
          </ac:spMkLst>
        </pc:spChg>
        <pc:spChg chg="add">
          <ac:chgData name="Royal Yogesh" userId="197b2abcf8500c62" providerId="LiveId" clId="{3FA6BB09-FD3B-4DE9-9CA7-AB5F6554C7F6}" dt="2026-07-21T04:22:51.523" v="345" actId="26606"/>
          <ac:spMkLst>
            <pc:docMk/>
            <pc:sldMk cId="3043278060" sldId="273"/>
            <ac:spMk id="10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2:51.523" v="345" actId="26606"/>
          <ac:spMkLst>
            <pc:docMk/>
            <pc:sldMk cId="3043278060" sldId="273"/>
            <ac:spMk id="12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2:51.523" v="345" actId="26606"/>
          <ac:spMkLst>
            <pc:docMk/>
            <pc:sldMk cId="3043278060" sldId="273"/>
            <ac:spMk id="14" creationId="{081E4A58-353D-44AE-B2FC-2A74E2E400F7}"/>
          </ac:spMkLst>
        </pc:spChg>
      </pc:sldChg>
      <pc:sldChg chg="addSp delSp modSp new mod setBg">
        <pc:chgData name="Royal Yogesh" userId="197b2abcf8500c62" providerId="LiveId" clId="{3FA6BB09-FD3B-4DE9-9CA7-AB5F6554C7F6}" dt="2026-07-21T04:15:34.023" v="301" actId="2711"/>
        <pc:sldMkLst>
          <pc:docMk/>
          <pc:sldMk cId="2812652974" sldId="274"/>
        </pc:sldMkLst>
        <pc:spChg chg="mod">
          <ac:chgData name="Royal Yogesh" userId="197b2abcf8500c62" providerId="LiveId" clId="{3FA6BB09-FD3B-4DE9-9CA7-AB5F6554C7F6}" dt="2026-07-21T04:12:51.527" v="280" actId="113"/>
          <ac:spMkLst>
            <pc:docMk/>
            <pc:sldMk cId="2812652974" sldId="274"/>
            <ac:spMk id="2" creationId="{F03270A5-D600-8AE3-02E3-08A280F20FE5}"/>
          </ac:spMkLst>
        </pc:spChg>
        <pc:spChg chg="del">
          <ac:chgData name="Royal Yogesh" userId="197b2abcf8500c62" providerId="LiveId" clId="{3FA6BB09-FD3B-4DE9-9CA7-AB5F6554C7F6}" dt="2026-07-21T03:58:42.738" v="173"/>
          <ac:spMkLst>
            <pc:docMk/>
            <pc:sldMk cId="2812652974" sldId="274"/>
            <ac:spMk id="3" creationId="{688C6B74-AD93-FADC-955B-5E334C94FAD2}"/>
          </ac:spMkLst>
        </pc:spChg>
        <pc:spChg chg="add">
          <ac:chgData name="Royal Yogesh" userId="197b2abcf8500c62" providerId="LiveId" clId="{3FA6BB09-FD3B-4DE9-9CA7-AB5F6554C7F6}" dt="2026-07-21T03:58:47.150" v="174" actId="26606"/>
          <ac:spMkLst>
            <pc:docMk/>
            <pc:sldMk cId="2812652974" sldId="274"/>
            <ac:spMk id="9" creationId="{576152AB-DB4E-43E1-BE8B-9E2B5DE4CA12}"/>
          </ac:spMkLst>
        </pc:spChg>
        <pc:spChg chg="add">
          <ac:chgData name="Royal Yogesh" userId="197b2abcf8500c62" providerId="LiveId" clId="{3FA6BB09-FD3B-4DE9-9CA7-AB5F6554C7F6}" dt="2026-07-21T03:58:47.150" v="174" actId="26606"/>
          <ac:spMkLst>
            <pc:docMk/>
            <pc:sldMk cId="2812652974" sldId="274"/>
            <ac:spMk id="11" creationId="{92544CF4-9B52-4A7B-A4B3-88C72729B77D}"/>
          </ac:spMkLst>
        </pc:spChg>
        <pc:spChg chg="add">
          <ac:chgData name="Royal Yogesh" userId="197b2abcf8500c62" providerId="LiveId" clId="{3FA6BB09-FD3B-4DE9-9CA7-AB5F6554C7F6}" dt="2026-07-21T03:58:47.150" v="174" actId="26606"/>
          <ac:spMkLst>
            <pc:docMk/>
            <pc:sldMk cId="2812652974" sldId="274"/>
            <ac:spMk id="13" creationId="{E75862C5-5C00-4421-BC7B-9B7B86DBC80D}"/>
          </ac:spMkLst>
        </pc:spChg>
        <pc:spChg chg="add">
          <ac:chgData name="Royal Yogesh" userId="197b2abcf8500c62" providerId="LiveId" clId="{3FA6BB09-FD3B-4DE9-9CA7-AB5F6554C7F6}" dt="2026-07-21T03:58:47.150" v="174" actId="26606"/>
          <ac:spMkLst>
            <pc:docMk/>
            <pc:sldMk cId="2812652974" sldId="274"/>
            <ac:spMk id="15" creationId="{089440EF-9BE9-4AE9-8C28-00B02296CDB6}"/>
          </ac:spMkLst>
        </pc:spChg>
        <pc:graphicFrameChg chg="add mod modGraphic">
          <ac:chgData name="Royal Yogesh" userId="197b2abcf8500c62" providerId="LiveId" clId="{3FA6BB09-FD3B-4DE9-9CA7-AB5F6554C7F6}" dt="2026-07-21T04:15:34.023" v="301" actId="2711"/>
          <ac:graphicFrameMkLst>
            <pc:docMk/>
            <pc:sldMk cId="2812652974" sldId="274"/>
            <ac:graphicFrameMk id="4" creationId="{657303BE-BD99-F345-5F2F-E730717CF360}"/>
          </ac:graphicFrameMkLst>
        </pc:graphicFrameChg>
      </pc:sldChg>
      <pc:sldChg chg="addSp delSp modSp new mod setBg">
        <pc:chgData name="Royal Yogesh" userId="197b2abcf8500c62" providerId="LiveId" clId="{3FA6BB09-FD3B-4DE9-9CA7-AB5F6554C7F6}" dt="2026-07-21T04:23:01.728" v="346" actId="26606"/>
        <pc:sldMkLst>
          <pc:docMk/>
          <pc:sldMk cId="781240227" sldId="275"/>
        </pc:sldMkLst>
        <pc:spChg chg="mod">
          <ac:chgData name="Royal Yogesh" userId="197b2abcf8500c62" providerId="LiveId" clId="{3FA6BB09-FD3B-4DE9-9CA7-AB5F6554C7F6}" dt="2026-07-21T04:23:01.728" v="346" actId="26606"/>
          <ac:spMkLst>
            <pc:docMk/>
            <pc:sldMk cId="781240227" sldId="275"/>
            <ac:spMk id="2" creationId="{44D56D90-2992-8C28-526F-4C105522B716}"/>
          </ac:spMkLst>
        </pc:spChg>
        <pc:spChg chg="del">
          <ac:chgData name="Royal Yogesh" userId="197b2abcf8500c62" providerId="LiveId" clId="{3FA6BB09-FD3B-4DE9-9CA7-AB5F6554C7F6}" dt="2026-07-21T03:58:11.790" v="171"/>
          <ac:spMkLst>
            <pc:docMk/>
            <pc:sldMk cId="781240227" sldId="275"/>
            <ac:spMk id="3" creationId="{6E164EBB-75CE-C80B-B023-4B3DD7AE4446}"/>
          </ac:spMkLst>
        </pc:spChg>
        <pc:spChg chg="add mod">
          <ac:chgData name="Royal Yogesh" userId="197b2abcf8500c62" providerId="LiveId" clId="{3FA6BB09-FD3B-4DE9-9CA7-AB5F6554C7F6}" dt="2026-07-21T04:23:01.728" v="346" actId="26606"/>
          <ac:spMkLst>
            <pc:docMk/>
            <pc:sldMk cId="781240227" sldId="275"/>
            <ac:spMk id="4" creationId="{012E8D86-C117-F93B-36BF-F09E81E2B5A9}"/>
          </ac:spMkLst>
        </pc:spChg>
        <pc:spChg chg="add">
          <ac:chgData name="Royal Yogesh" userId="197b2abcf8500c62" providerId="LiveId" clId="{3FA6BB09-FD3B-4DE9-9CA7-AB5F6554C7F6}" dt="2026-07-21T04:23:01.728" v="346" actId="26606"/>
          <ac:spMkLst>
            <pc:docMk/>
            <pc:sldMk cId="781240227" sldId="275"/>
            <ac:spMk id="9" creationId="{907EF6B7-1338-4443-8C46-6A318D952DFD}"/>
          </ac:spMkLst>
        </pc:spChg>
        <pc:spChg chg="add">
          <ac:chgData name="Royal Yogesh" userId="197b2abcf8500c62" providerId="LiveId" clId="{3FA6BB09-FD3B-4DE9-9CA7-AB5F6554C7F6}" dt="2026-07-21T04:23:01.728" v="346" actId="26606"/>
          <ac:spMkLst>
            <pc:docMk/>
            <pc:sldMk cId="781240227" sldId="275"/>
            <ac:spMk id="11" creationId="{DAAE4CDD-124C-4DCF-9584-B6033B545DD5}"/>
          </ac:spMkLst>
        </pc:spChg>
        <pc:spChg chg="add">
          <ac:chgData name="Royal Yogesh" userId="197b2abcf8500c62" providerId="LiveId" clId="{3FA6BB09-FD3B-4DE9-9CA7-AB5F6554C7F6}" dt="2026-07-21T04:23:01.728" v="346" actId="26606"/>
          <ac:spMkLst>
            <pc:docMk/>
            <pc:sldMk cId="781240227" sldId="275"/>
            <ac:spMk id="13" creationId="{081E4A58-353D-44AE-B2FC-2A74E2E400F7}"/>
          </ac:spMkLst>
        </pc:spChg>
      </pc:sldChg>
      <pc:sldChg chg="addSp delSp modSp new mod ord">
        <pc:chgData name="Royal Yogesh" userId="197b2abcf8500c62" providerId="LiveId" clId="{3FA6BB09-FD3B-4DE9-9CA7-AB5F6554C7F6}" dt="2026-07-21T04:38:34.176" v="394" actId="14100"/>
        <pc:sldMkLst>
          <pc:docMk/>
          <pc:sldMk cId="1638153327" sldId="276"/>
        </pc:sldMkLst>
        <pc:spChg chg="add">
          <ac:chgData name="Royal Yogesh" userId="197b2abcf8500c62" providerId="LiveId" clId="{3FA6BB09-FD3B-4DE9-9CA7-AB5F6554C7F6}" dt="2026-07-21T04:38:22.383" v="391"/>
          <ac:spMkLst>
            <pc:docMk/>
            <pc:sldMk cId="1638153327" sldId="276"/>
            <ac:spMk id="6" creationId="{EC1AC750-6D9A-66B7-9988-1358E4858666}"/>
          </ac:spMkLst>
        </pc:spChg>
        <pc:picChg chg="add del mod">
          <ac:chgData name="Royal Yogesh" userId="197b2abcf8500c62" providerId="LiveId" clId="{3FA6BB09-FD3B-4DE9-9CA7-AB5F6554C7F6}" dt="2026-07-21T04:38:19.457" v="390" actId="478"/>
          <ac:picMkLst>
            <pc:docMk/>
            <pc:sldMk cId="1638153327" sldId="276"/>
            <ac:picMk id="5" creationId="{CFF79263-72DF-E036-4459-164EEB831C4A}"/>
          </ac:picMkLst>
        </pc:picChg>
        <pc:picChg chg="add mod">
          <ac:chgData name="Royal Yogesh" userId="197b2abcf8500c62" providerId="LiveId" clId="{3FA6BB09-FD3B-4DE9-9CA7-AB5F6554C7F6}" dt="2026-07-21T04:38:34.176" v="394" actId="14100"/>
          <ac:picMkLst>
            <pc:docMk/>
            <pc:sldMk cId="1638153327" sldId="276"/>
            <ac:picMk id="7" creationId="{C3C27C99-A420-D4C2-7C45-52EE81CDAD85}"/>
          </ac:picMkLst>
        </pc:picChg>
      </pc:sldChg>
      <pc:sldChg chg="addSp delSp modSp new mod">
        <pc:chgData name="Royal Yogesh" userId="197b2abcf8500c62" providerId="LiveId" clId="{3FA6BB09-FD3B-4DE9-9CA7-AB5F6554C7F6}" dt="2026-07-21T04:41:04.670" v="397"/>
        <pc:sldMkLst>
          <pc:docMk/>
          <pc:sldMk cId="2751498260" sldId="277"/>
        </pc:sldMkLst>
        <pc:spChg chg="add">
          <ac:chgData name="Royal Yogesh" userId="197b2abcf8500c62" providerId="LiveId" clId="{3FA6BB09-FD3B-4DE9-9CA7-AB5F6554C7F6}" dt="2026-07-21T04:41:01.171" v="396"/>
          <ac:spMkLst>
            <pc:docMk/>
            <pc:sldMk cId="2751498260" sldId="277"/>
            <ac:spMk id="6" creationId="{8BD123FD-B47D-5882-A45C-12EF95797774}"/>
          </ac:spMkLst>
        </pc:spChg>
        <pc:picChg chg="add del mod">
          <ac:chgData name="Royal Yogesh" userId="197b2abcf8500c62" providerId="LiveId" clId="{3FA6BB09-FD3B-4DE9-9CA7-AB5F6554C7F6}" dt="2026-07-21T04:40:58.727" v="395" actId="478"/>
          <ac:picMkLst>
            <pc:docMk/>
            <pc:sldMk cId="2751498260" sldId="277"/>
            <ac:picMk id="5" creationId="{719C0489-BB72-E243-AD46-23C4A04E9F4E}"/>
          </ac:picMkLst>
        </pc:picChg>
        <pc:picChg chg="add">
          <ac:chgData name="Royal Yogesh" userId="197b2abcf8500c62" providerId="LiveId" clId="{3FA6BB09-FD3B-4DE9-9CA7-AB5F6554C7F6}" dt="2026-07-21T04:41:04.670" v="397"/>
          <ac:picMkLst>
            <pc:docMk/>
            <pc:sldMk cId="2751498260" sldId="277"/>
            <ac:picMk id="7" creationId="{83719427-3846-6139-BE90-EFEF466731B6}"/>
          </ac:picMkLst>
        </pc:picChg>
      </pc:sldChg>
      <pc:sldChg chg="addSp modSp new del mod">
        <pc:chgData name="Royal Yogesh" userId="197b2abcf8500c62" providerId="LiveId" clId="{3FA6BB09-FD3B-4DE9-9CA7-AB5F6554C7F6}" dt="2026-07-21T04:36:23.745" v="387" actId="47"/>
        <pc:sldMkLst>
          <pc:docMk/>
          <pc:sldMk cId="150410692" sldId="278"/>
        </pc:sldMkLst>
        <pc:picChg chg="add mod">
          <ac:chgData name="Royal Yogesh" userId="197b2abcf8500c62" providerId="LiveId" clId="{3FA6BB09-FD3B-4DE9-9CA7-AB5F6554C7F6}" dt="2026-07-21T04:34:43.306" v="383" actId="14100"/>
          <ac:picMkLst>
            <pc:docMk/>
            <pc:sldMk cId="150410692" sldId="278"/>
            <ac:picMk id="5" creationId="{A02B3164-01E7-A792-77CE-0AABF0D91966}"/>
          </ac:picMkLst>
        </pc:picChg>
      </pc:sldChg>
      <pc:sldChg chg="addSp delSp modSp new mod setBg">
        <pc:chgData name="Royal Yogesh" userId="197b2abcf8500c62" providerId="LiveId" clId="{3FA6BB09-FD3B-4DE9-9CA7-AB5F6554C7F6}" dt="2026-07-21T05:08:51.907" v="435" actId="26606"/>
        <pc:sldMkLst>
          <pc:docMk/>
          <pc:sldMk cId="1634158720" sldId="278"/>
        </pc:sldMkLst>
        <pc:spChg chg="add del mod">
          <ac:chgData name="Royal Yogesh" userId="197b2abcf8500c62" providerId="LiveId" clId="{3FA6BB09-FD3B-4DE9-9CA7-AB5F6554C7F6}" dt="2026-07-21T05:08:45.019" v="433" actId="478"/>
          <ac:spMkLst>
            <pc:docMk/>
            <pc:sldMk cId="1634158720" sldId="278"/>
            <ac:spMk id="2" creationId="{3BC5A560-76BF-DF2B-E867-EB1E262B74B3}"/>
          </ac:spMkLst>
        </pc:spChg>
        <pc:spChg chg="del">
          <ac:chgData name="Royal Yogesh" userId="197b2abcf8500c62" providerId="LiveId" clId="{3FA6BB09-FD3B-4DE9-9CA7-AB5F6554C7F6}" dt="2026-07-21T05:04:27.230" v="402" actId="478"/>
          <ac:spMkLst>
            <pc:docMk/>
            <pc:sldMk cId="1634158720" sldId="278"/>
            <ac:spMk id="3" creationId="{59FF119A-85F1-A46D-5F83-D8CC131C1FF5}"/>
          </ac:spMkLst>
        </pc:spChg>
        <pc:spChg chg="add del">
          <ac:chgData name="Royal Yogesh" userId="197b2abcf8500c62" providerId="LiveId" clId="{3FA6BB09-FD3B-4DE9-9CA7-AB5F6554C7F6}" dt="2026-07-21T05:08:51.907" v="435" actId="26606"/>
          <ac:spMkLst>
            <pc:docMk/>
            <pc:sldMk cId="1634158720" sldId="278"/>
            <ac:spMk id="8199" creationId="{6753252F-4873-4F63-801D-CC719279A7D5}"/>
          </ac:spMkLst>
        </pc:spChg>
        <pc:spChg chg="add del">
          <ac:chgData name="Royal Yogesh" userId="197b2abcf8500c62" providerId="LiveId" clId="{3FA6BB09-FD3B-4DE9-9CA7-AB5F6554C7F6}" dt="2026-07-21T05:08:51.907" v="435" actId="26606"/>
          <ac:spMkLst>
            <pc:docMk/>
            <pc:sldMk cId="1634158720" sldId="278"/>
            <ac:spMk id="8201" creationId="{047C8CCB-F95D-4249-92DD-651249D3535A}"/>
          </ac:spMkLst>
        </pc:spChg>
        <pc:spChg chg="add">
          <ac:chgData name="Royal Yogesh" userId="197b2abcf8500c62" providerId="LiveId" clId="{3FA6BB09-FD3B-4DE9-9CA7-AB5F6554C7F6}" dt="2026-07-21T05:08:51.907" v="435" actId="26606"/>
          <ac:spMkLst>
            <pc:docMk/>
            <pc:sldMk cId="1634158720" sldId="278"/>
            <ac:spMk id="8206" creationId="{32BC26D8-82FB-445E-AA49-62A77D7C1EE0}"/>
          </ac:spMkLst>
        </pc:spChg>
        <pc:spChg chg="add">
          <ac:chgData name="Royal Yogesh" userId="197b2abcf8500c62" providerId="LiveId" clId="{3FA6BB09-FD3B-4DE9-9CA7-AB5F6554C7F6}" dt="2026-07-21T05:08:51.907" v="435" actId="26606"/>
          <ac:spMkLst>
            <pc:docMk/>
            <pc:sldMk cId="1634158720" sldId="278"/>
            <ac:spMk id="8208" creationId="{CB44330D-EA18-4254-AA95-EB49948539B8}"/>
          </ac:spMkLst>
        </pc:spChg>
        <pc:picChg chg="add del mod">
          <ac:chgData name="Royal Yogesh" userId="197b2abcf8500c62" providerId="LiveId" clId="{3FA6BB09-FD3B-4DE9-9CA7-AB5F6554C7F6}" dt="2026-07-21T05:08:51.907" v="435" actId="26606"/>
          <ac:picMkLst>
            <pc:docMk/>
            <pc:sldMk cId="1634158720" sldId="278"/>
            <ac:picMk id="8194" creationId="{4FBD460F-3518-9757-DA93-FA5F4F7F3652}"/>
          </ac:picMkLst>
        </pc:picChg>
      </pc:sldChg>
      <pc:sldChg chg="addSp modSp new mod">
        <pc:chgData name="Royal Yogesh" userId="197b2abcf8500c62" providerId="LiveId" clId="{3FA6BB09-FD3B-4DE9-9CA7-AB5F6554C7F6}" dt="2026-07-21T05:45:13.602" v="454" actId="14100"/>
        <pc:sldMkLst>
          <pc:docMk/>
          <pc:sldMk cId="159781616" sldId="279"/>
        </pc:sldMkLst>
        <pc:spChg chg="add">
          <ac:chgData name="Royal Yogesh" userId="197b2abcf8500c62" providerId="LiveId" clId="{3FA6BB09-FD3B-4DE9-9CA7-AB5F6554C7F6}" dt="2026-07-21T05:45:01.803" v="451"/>
          <ac:spMkLst>
            <pc:docMk/>
            <pc:sldMk cId="159781616" sldId="279"/>
            <ac:spMk id="4" creationId="{BCA23197-C524-0DAE-10C4-74D2EEDC8B4C}"/>
          </ac:spMkLst>
        </pc:spChg>
        <pc:picChg chg="add mod">
          <ac:chgData name="Royal Yogesh" userId="197b2abcf8500c62" providerId="LiveId" clId="{3FA6BB09-FD3B-4DE9-9CA7-AB5F6554C7F6}" dt="2026-07-21T05:45:13.602" v="454" actId="14100"/>
          <ac:picMkLst>
            <pc:docMk/>
            <pc:sldMk cId="159781616" sldId="279"/>
            <ac:picMk id="5" creationId="{BC5F6E9D-0989-C067-F52F-EFC933F7C4DB}"/>
          </ac:picMkLst>
        </pc:picChg>
      </pc:sldChg>
      <pc:sldChg chg="addSp delSp modSp new del mod setBg">
        <pc:chgData name="Royal Yogesh" userId="197b2abcf8500c62" providerId="LiveId" clId="{3FA6BB09-FD3B-4DE9-9CA7-AB5F6554C7F6}" dt="2026-07-21T05:25:37.527" v="449" actId="47"/>
        <pc:sldMkLst>
          <pc:docMk/>
          <pc:sldMk cId="1248326147" sldId="279"/>
        </pc:sldMkLst>
        <pc:spChg chg="mod">
          <ac:chgData name="Royal Yogesh" userId="197b2abcf8500c62" providerId="LiveId" clId="{3FA6BB09-FD3B-4DE9-9CA7-AB5F6554C7F6}" dt="2026-07-21T05:24:51.788" v="442" actId="26606"/>
          <ac:spMkLst>
            <pc:docMk/>
            <pc:sldMk cId="1248326147" sldId="279"/>
            <ac:spMk id="2" creationId="{9B13E3B3-EE6B-929D-B694-7D70B38D6809}"/>
          </ac:spMkLst>
        </pc:spChg>
        <pc:spChg chg="mod">
          <ac:chgData name="Royal Yogesh" userId="197b2abcf8500c62" providerId="LiveId" clId="{3FA6BB09-FD3B-4DE9-9CA7-AB5F6554C7F6}" dt="2026-07-21T05:24:51.788" v="442" actId="26606"/>
          <ac:spMkLst>
            <pc:docMk/>
            <pc:sldMk cId="1248326147" sldId="279"/>
            <ac:spMk id="3" creationId="{E85F252C-953B-FF1F-7E92-44781E321680}"/>
          </ac:spMkLst>
        </pc:spChg>
        <pc:picChg chg="add del mod">
          <ac:chgData name="Royal Yogesh" userId="197b2abcf8500c62" providerId="LiveId" clId="{3FA6BB09-FD3B-4DE9-9CA7-AB5F6554C7F6}" dt="2026-07-21T05:25:31.859" v="448" actId="478"/>
          <ac:picMkLst>
            <pc:docMk/>
            <pc:sldMk cId="1248326147" sldId="279"/>
            <ac:picMk id="9218" creationId="{1B8A5E06-3020-16AB-4160-79F3EA7C478B}"/>
          </ac:picMkLst>
        </pc:picChg>
        <pc:cxnChg chg="add">
          <ac:chgData name="Royal Yogesh" userId="197b2abcf8500c62" providerId="LiveId" clId="{3FA6BB09-FD3B-4DE9-9CA7-AB5F6554C7F6}" dt="2026-07-21T05:24:51.788" v="442" actId="26606"/>
          <ac:cxnSpMkLst>
            <pc:docMk/>
            <pc:sldMk cId="1248326147" sldId="279"/>
            <ac:cxnSpMk id="9223" creationId="{37C77032-C865-6057-7D7A-E2743CFA20F9}"/>
          </ac:cxnSpMkLst>
        </pc:cxnChg>
      </pc:sldChg>
      <pc:sldChg chg="addSp modSp new mod">
        <pc:chgData name="Royal Yogesh" userId="197b2abcf8500c62" providerId="LiveId" clId="{3FA6BB09-FD3B-4DE9-9CA7-AB5F6554C7F6}" dt="2026-07-21T05:47:40.052" v="459" actId="14100"/>
        <pc:sldMkLst>
          <pc:docMk/>
          <pc:sldMk cId="191459080" sldId="280"/>
        </pc:sldMkLst>
        <pc:spChg chg="add">
          <ac:chgData name="Royal Yogesh" userId="197b2abcf8500c62" providerId="LiveId" clId="{3FA6BB09-FD3B-4DE9-9CA7-AB5F6554C7F6}" dt="2026-07-21T05:47:29.929" v="456"/>
          <ac:spMkLst>
            <pc:docMk/>
            <pc:sldMk cId="191459080" sldId="280"/>
            <ac:spMk id="4" creationId="{DE1A3773-D812-58E5-0955-7C874050EA84}"/>
          </ac:spMkLst>
        </pc:spChg>
        <pc:picChg chg="add mod">
          <ac:chgData name="Royal Yogesh" userId="197b2abcf8500c62" providerId="LiveId" clId="{3FA6BB09-FD3B-4DE9-9CA7-AB5F6554C7F6}" dt="2026-07-21T05:47:40.052" v="459" actId="14100"/>
          <ac:picMkLst>
            <pc:docMk/>
            <pc:sldMk cId="191459080" sldId="280"/>
            <ac:picMk id="5" creationId="{5E08598C-7979-596E-E455-0D826F4B83B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46DD43-C764-74E6-09B0-0B39FAFE5C5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BBC7FEE-9013-73BA-2546-F651635E7A0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4C3AA6-6B91-9208-B850-F6E4037EA8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8394C5-0C62-A273-C857-EEE1FD6F19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7760C7-8770-D12D-8A83-100EB95F44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14841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E2E4AB-72F3-4485-B83E-CDD46EF6A8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8413746-EEE4-ED0B-0E0D-FAC4E935D7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0F77A0A-9027-D663-E47F-BFAE94AB9B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13978C-6825-0B0D-7D83-EA66F3BC5E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08F3B1-A3F5-340B-C583-074B40F34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697413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BA4E55-64E0-76B8-6CBB-88BAAA872C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670EED-DCD1-4E25-9271-405D0F9724F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DA0338A-8625-5851-D928-89C849019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EE68414-7360-BC22-69B5-21409CCA56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94416-3DFF-364F-F4F2-AED84B782F8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378769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0112A3-C9FB-933E-7974-CD563BD382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45EB25-4B6C-4B98-CB7D-3520842378D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CC58574-60E3-0634-4FB2-E6AC778D99C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3FC4B3-51F4-E89E-7712-6433BC9457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F3847A8-422B-9C13-DE8D-99F281829F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2F45B9-86AD-6397-57DF-42D45CCED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5693550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74F721-F99A-6B9B-1365-22ECBE76CF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9242745-D210-7A3F-5D29-D6E8ECF0DD0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8180CC0-C0BD-A16A-A7FF-D25E8AE3385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C3857E8D-630C-BDC5-C1EE-DEB5B4CE26C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4D01DC-5437-879D-4175-D30A7F49363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DE594AF-2FFB-8055-6CAD-B507802B6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8CCEC2D-3C46-E273-D6AE-E8D2AB7AF66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1C8759A-9E5D-E503-7151-C541718301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5812546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0EB302-A19F-DDBA-2297-7D3EF9D7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539A312-F532-E174-0069-6A3283411B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8D50174-3667-A578-9702-4CB909AEDB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20B9891-181A-4321-06AB-F18CA00E91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304598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3317681-4FE1-F113-9E20-61DA145E98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6D8D16D-6ABE-82B3-008F-04FF26958C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BCF890-0152-DA52-3096-12C4379678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041467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09F308-EB95-16B7-BEBC-074AA48EAC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45D3937-BF67-8505-CAC3-60EB34783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07130D-92F8-3859-E6F0-DDE05CCA7F7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53E8624-CF57-3DA9-525C-6D03BB5752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F814D01-525C-F98C-06A2-DC6C0E403A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F4609C-50F1-73CA-3C2A-C9B808D68C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695508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06594A-2180-2545-3688-C7272ACA476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416B83B-F3DC-E0EE-2331-B4E6C913BC4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9F1A908-A8EA-CA7A-673E-78E01B76B5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FCF9399-6692-DEE4-D693-E9AE71CCD7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45E13B-08AA-0877-BCD8-4014F67142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D18981-5547-F9DD-50BE-A754865BBB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278822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5E35F9-F779-A116-7250-555766831E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ADF4728-00C2-1842-993D-54643BB4AD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870BC56-7894-0C61-9294-6B0D9942E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9EA15D-1DF0-94BA-58CB-EE5CDEA8C3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2E1E818-F49A-4CEF-4F5D-CA2FABA0ED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081837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75D243F-A2E5-BFBB-464E-C2E32FFA9C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B031C21-3689-D1D7-8EED-177EBBD081C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9EE3228-51CA-1D5A-BD7A-0004DDF6B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23C7F2-3177-B17F-C3C7-8122CD8DE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58110E-CBCA-2E54-92B3-5244C3FD47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76016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E8050F-B531-559D-5A77-B3281C66F7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597C4AC-BDC5-0FB2-3517-5E009872E5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AB0EA2C-458E-44AE-F5C7-AA30F6D22E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4DAA65C-70A7-4E24-9608-F15D1942BB8C}" type="datetimeFigureOut">
              <a:rPr lang="en-IN" smtClean="0"/>
              <a:t>21-07-2026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E6A2148-A7BB-7806-8B23-E97B8DB879D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149FD7-240A-6B4C-4380-90D74FAB21D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0E2902-8428-45D0-B87A-63BF45C971A6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68685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C82CD9-4054-EF15-B939-BF0BFD7ABC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911499"/>
            <a:ext cx="9144000" cy="1979166"/>
          </a:xfrm>
        </p:spPr>
        <p:txBody>
          <a:bodyPr>
            <a:normAutofit fontScale="90000"/>
          </a:bodyPr>
          <a:lstStyle/>
          <a:p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Technical Presentation 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Comparing Strong and Weak Entities in ER Modeling</a:t>
            </a:r>
            <a:b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2D95365-B229-A631-C288-ADFA672CDA3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40322" y="4836249"/>
            <a:ext cx="3373120" cy="1122362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Y.Yogesh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Reg no.: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192525004</a:t>
            </a:r>
          </a:p>
          <a:p>
            <a:pPr algn="l"/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: AIML</a:t>
            </a:r>
          </a:p>
          <a:p>
            <a:pPr algn="l"/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B829951E-0383-6420-C4A0-0FDC3F32ACAA}"/>
              </a:ext>
            </a:extLst>
          </p:cNvPr>
          <p:cNvSpPr txBox="1"/>
          <p:nvPr/>
        </p:nvSpPr>
        <p:spPr>
          <a:xfrm>
            <a:off x="843279" y="4836249"/>
            <a:ext cx="37084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 : 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DR.G.AYYAPPAN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7EC552-D1A0-AF3B-56FB-0FC94AB2E226}"/>
              </a:ext>
            </a:extLst>
          </p:cNvPr>
          <p:cNvSpPr txBox="1"/>
          <p:nvPr/>
        </p:nvSpPr>
        <p:spPr>
          <a:xfrm>
            <a:off x="2458720" y="3429000"/>
            <a:ext cx="749808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CSA0508-DATABASE MANAGEMENT SYSTEMS</a:t>
            </a:r>
          </a:p>
        </p:txBody>
      </p:sp>
      <p:pic>
        <p:nvPicPr>
          <p:cNvPr id="7" name="Picture 6" descr="SSE-Computer Science and Engineering">
            <a:extLst>
              <a:ext uri="{FF2B5EF4-FFF2-40B4-BE49-F238E27FC236}">
                <a16:creationId xmlns:a16="http://schemas.microsoft.com/office/drawing/2014/main" id="{115A9562-0085-A605-E609-52B9C2226D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727200" y="346650"/>
            <a:ext cx="8585200" cy="123388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5413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8606E4E-6E03-CF52-96DB-818D708619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sz="2800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44" name="Arc 4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41E0DB-CFAF-00CA-10DE-CF363809278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What is ER Modeling?</a:t>
            </a:r>
          </a:p>
          <a:p>
            <a:endParaRPr lang="en-US" b="1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 (Entity-Relationship) modeling is a technique used to design databases.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represents data as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entities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attributes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, and </a:t>
            </a:r>
            <a:r>
              <a:rPr lang="en-US" b="1">
                <a:latin typeface="Times New Roman" panose="02020603050405020304" pitchFamily="18" charset="0"/>
                <a:cs typeface="Times New Roman" panose="02020603050405020304" pitchFamily="18" charset="0"/>
              </a:rPr>
              <a:t>relationships</a:t>
            </a: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It helps developers understand how data is connected before creating database tables.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>
                <a:latin typeface="Times New Roman" panose="02020603050405020304" pitchFamily="18" charset="0"/>
                <a:cs typeface="Times New Roman" panose="02020603050405020304" pitchFamily="18" charset="0"/>
              </a:rPr>
              <a:t>ER diagrams simplify database design and improve communication. </a:t>
            </a:r>
          </a:p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0013160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6" name="Rectangle 1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45ADAB7-585C-221C-F37B-6DA41074B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What is an Entity?</a:t>
            </a:r>
          </a:p>
        </p:txBody>
      </p:sp>
      <p:sp>
        <p:nvSpPr>
          <p:cNvPr id="20" name="Arc 19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AD29141-C88D-AD63-5700-4E9868219A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953293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real-world object, person, place, event, or concept whose information is stored in a database.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Employee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Customer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Product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Hospital </a:t>
            </a:r>
          </a:p>
          <a:p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Entity Representation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Drawn as a </a:t>
            </a:r>
            <a:r>
              <a:rPr lang="en-US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Rectangle</a:t>
            </a:r>
            <a:r>
              <a:rPr lang="en-US" sz="2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an ER diagram</a:t>
            </a:r>
          </a:p>
          <a:p>
            <a:endParaRPr lang="en-IN" sz="2600" dirty="0"/>
          </a:p>
        </p:txBody>
      </p:sp>
    </p:spTree>
    <p:extLst>
      <p:ext uri="{BB962C8B-B14F-4D97-AF65-F5344CB8AC3E}">
        <p14:creationId xmlns:p14="http://schemas.microsoft.com/office/powerpoint/2010/main" val="19337999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4C8EB86-882D-DF1E-BB14-5EACD18D38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E2308-F08F-BBA7-4BB3-3632B8D9169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57468" y="983456"/>
            <a:ext cx="6906491" cy="5301456"/>
          </a:xfrm>
        </p:spPr>
        <p:txBody>
          <a:bodyPr anchor="ctr">
            <a:normAutofit/>
          </a:bodyPr>
          <a:lstStyle/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Entity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entity that exists independently.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 its own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Primary Key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Does not depend on another entity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exist alone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 </a:t>
            </a:r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Single Rectangle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Student_ID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(Primary Key)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Department </a:t>
            </a:r>
          </a:p>
          <a:p>
            <a:endParaRPr lang="en-IN" sz="2200" dirty="0"/>
          </a:p>
        </p:txBody>
      </p:sp>
    </p:spTree>
    <p:extLst>
      <p:ext uri="{BB962C8B-B14F-4D97-AF65-F5344CB8AC3E}">
        <p14:creationId xmlns:p14="http://schemas.microsoft.com/office/powerpoint/2010/main" val="222645448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5B323-B4C0-63A1-0AD3-615A4C460DE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42FFED-8C91-D8F6-DC2E-131FAD8E8D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C5F6E9D-0989-C067-F52F-EFC933F7C4D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978161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11FF9A4-2BF5-DB10-A1AE-F13A1AF0D5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8E9C883-960A-B4CB-B726-EFD39E4500D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Definition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Weak Entity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cannot exist without a related strong entity.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Characteristics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Has no complete primary key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Depends on a strong entity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Uses a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Partial Key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Represented by a 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Double Rectangle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Font typeface="Arial" panose="020B0604020202020204" pitchFamily="34" charset="0"/>
              <a:buChar char="•"/>
            </a:pPr>
            <a:r>
              <a:rPr lang="en-US" sz="2000" err="1">
                <a:latin typeface="Times New Roman" panose="02020603050405020304" pitchFamily="18" charset="0"/>
                <a:cs typeface="Times New Roman" panose="02020603050405020304" pitchFamily="18" charset="0"/>
              </a:rPr>
              <a:t>Dependent_Name</a:t>
            </a: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 (Partial Key)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Age </a:t>
            </a:r>
          </a:p>
          <a:p>
            <a:r>
              <a:rPr lang="en-US" sz="2000">
                <a:latin typeface="Times New Roman" panose="02020603050405020304" pitchFamily="18" charset="0"/>
                <a:cs typeface="Times New Roman" panose="02020603050405020304" pitchFamily="18" charset="0"/>
              </a:rPr>
              <a:t>Depends on</a:t>
            </a:r>
          </a:p>
          <a:p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Employee(</a:t>
            </a:r>
            <a:r>
              <a:rPr lang="en-US" sz="2000" b="1" err="1">
                <a:latin typeface="Times New Roman" panose="02020603050405020304" pitchFamily="18" charset="0"/>
                <a:cs typeface="Times New Roman" panose="02020603050405020304" pitchFamily="18" charset="0"/>
              </a:rPr>
              <a:t>Employee_ID</a:t>
            </a:r>
            <a:r>
              <a:rPr lang="en-US" sz="2000" b="1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  <a:endParaRPr lang="en-US" sz="200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/>
          </a:p>
        </p:txBody>
      </p:sp>
    </p:spTree>
    <p:extLst>
      <p:ext uri="{BB962C8B-B14F-4D97-AF65-F5344CB8AC3E}">
        <p14:creationId xmlns:p14="http://schemas.microsoft.com/office/powerpoint/2010/main" val="111275944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FBCC1-1C23-A4C8-111E-FB893F1680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5252222-3D92-E048-6777-CE7CD7B0AB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E08598C-7979-596E-E455-0D826F4B8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590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6152AB-DB4E-43E1-BE8B-9E2B5DE4C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74329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729038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9E977E8-A431-1836-9A57-9D25D37BEF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47730"/>
            <a:ext cx="10168128" cy="2052034"/>
          </a:xfrm>
        </p:spPr>
        <p:txBody>
          <a:bodyPr>
            <a:normAutofit/>
          </a:bodyPr>
          <a:lstStyle/>
          <a:p>
            <a:r>
              <a:rPr lang="en-US" sz="4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Comparison Between Strong and Weak Entity</a:t>
            </a:r>
            <a:endParaRPr lang="en-IN" sz="4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01050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22EE401D-CC76-FF10-8C0E-00D902840A2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04630684"/>
              </p:ext>
            </p:extLst>
          </p:nvPr>
        </p:nvGraphicFramePr>
        <p:xfrm>
          <a:off x="1312664" y="3241582"/>
          <a:ext cx="9773937" cy="2743020"/>
        </p:xfrm>
        <a:graphic>
          <a:graphicData uri="http://schemas.openxmlformats.org/drawingml/2006/table">
            <a:tbl>
              <a:tblPr/>
              <a:tblGrid>
                <a:gridCol w="4525057">
                  <a:extLst>
                    <a:ext uri="{9D8B030D-6E8A-4147-A177-3AD203B41FA5}">
                      <a16:colId xmlns:a16="http://schemas.microsoft.com/office/drawing/2014/main" val="2791557415"/>
                    </a:ext>
                  </a:extLst>
                </a:gridCol>
                <a:gridCol w="5248880">
                  <a:extLst>
                    <a:ext uri="{9D8B030D-6E8A-4147-A177-3AD203B41FA5}">
                      <a16:colId xmlns:a16="http://schemas.microsoft.com/office/drawing/2014/main" val="1854029530"/>
                    </a:ext>
                  </a:extLst>
                </a:gridCol>
              </a:tblGrid>
              <a:tr h="457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 Entity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1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 Entity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93782171"/>
                  </a:ext>
                </a:extLst>
              </a:tr>
              <a:tr h="457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Exists independently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Depends on strong entity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99979003"/>
                  </a:ext>
                </a:extLst>
              </a:tr>
              <a:tr h="457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Own Primary Key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Partial Key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8811352"/>
                  </a:ext>
                </a:extLst>
              </a:tr>
              <a:tr h="457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Single Rectangle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Double Rectangle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72373781"/>
                  </a:ext>
                </a:extLst>
              </a:tr>
              <a:tr h="457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Optional participation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Total participation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1365856"/>
                  </a:ext>
                </a:extLst>
              </a:tr>
              <a:tr h="457170"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Parent entity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fontAlgn="ctr">
                        <a:buNone/>
                      </a:pPr>
                      <a:r>
                        <a:rPr lang="en-IN" sz="2000" b="0" i="0" u="none" strike="noStrike" dirty="0"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Child entity</a:t>
                      </a:r>
                    </a:p>
                  </a:txBody>
                  <a:tcPr marL="103902" marR="103902" marT="51951" marB="5195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279144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1675035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46" name="Rectangle 45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Freeform: Shape 47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817FE65-C0FE-7049-BD90-8542AC7F3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 dirty="0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Real-World Example 1 – E-Commerce</a:t>
            </a:r>
          </a:p>
        </p:txBody>
      </p:sp>
      <p:sp>
        <p:nvSpPr>
          <p:cNvPr id="49" name="Arc 48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4D73A7B-0CD6-53B6-32A1-FFF7C0C49C0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b="1">
                <a:latin typeface="Times" panose="02020603050405020304" pitchFamily="18" charset="0"/>
                <a:cs typeface="Times" panose="02020603050405020304" pitchFamily="18" charset="0"/>
              </a:rPr>
              <a:t>Strong Entity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Order</a:t>
            </a:r>
          </a:p>
          <a:p>
            <a:pPr marL="0" indent="0">
              <a:buNone/>
            </a:pPr>
            <a:r>
              <a:rPr lang="en-US" sz="2400" b="1">
                <a:latin typeface="Times" panose="02020603050405020304" pitchFamily="18" charset="0"/>
                <a:cs typeface="Times" panose="02020603050405020304" pitchFamily="18" charset="0"/>
              </a:rPr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>
                <a:latin typeface="Times" panose="02020603050405020304" pitchFamily="18" charset="0"/>
                <a:cs typeface="Times" panose="02020603050405020304" pitchFamily="18" charset="0"/>
              </a:rPr>
              <a:t>Order_ID</a:t>
            </a: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>
                <a:latin typeface="Times" panose="02020603050405020304" pitchFamily="18" charset="0"/>
                <a:cs typeface="Times" panose="02020603050405020304" pitchFamily="18" charset="0"/>
              </a:rPr>
              <a:t>Customer_ID</a:t>
            </a: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 marL="0" indent="0">
              <a:buNone/>
            </a:pPr>
            <a:r>
              <a:rPr lang="en-US" sz="2400" b="1">
                <a:latin typeface="Times" panose="02020603050405020304" pitchFamily="18" charset="0"/>
                <a:cs typeface="Times" panose="02020603050405020304" pitchFamily="18" charset="0"/>
              </a:rPr>
              <a:t>Weak Entity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Order Item</a:t>
            </a:r>
          </a:p>
          <a:p>
            <a:pPr marL="0" indent="0">
              <a:buNone/>
            </a:pPr>
            <a:r>
              <a:rPr lang="en-US" sz="2400" b="1">
                <a:latin typeface="Times" panose="02020603050405020304" pitchFamily="18" charset="0"/>
                <a:cs typeface="Times" panose="02020603050405020304" pitchFamily="18" charset="0"/>
              </a:rPr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>
                <a:latin typeface="Times" panose="02020603050405020304" pitchFamily="18" charset="0"/>
                <a:cs typeface="Times" panose="02020603050405020304" pitchFamily="18" charset="0"/>
              </a:rPr>
              <a:t>Product_ID</a:t>
            </a: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Quantity 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Order Item cannot exist without an Order.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101412774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033CA0-CB3F-83C6-EFAF-98D8C1F24C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74A5D9-5C13-5AB3-7242-FC7DFA414D3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3C27C99-A420-D4C2-7C45-52EE81CDAD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3815332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EFF60E0-1E0D-9CEC-F8E6-4BD7AA818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US" sz="4100" b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Real-World Example 4 – Hospital Management</a:t>
            </a:r>
            <a:endParaRPr lang="en-IN" sz="4100" b="1">
              <a:solidFill>
                <a:srgbClr val="FFFFFF"/>
              </a:solidFill>
              <a:latin typeface="Times" panose="02020603050405020304" pitchFamily="18" charset="0"/>
              <a:cs typeface="Times" panose="02020603050405020304" pitchFamily="18" charset="0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70CF3D-9BA5-DE3E-F3EC-F081031EAE2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sz="2400" b="1">
                <a:latin typeface="Times" panose="02020603050405020304" pitchFamily="18" charset="0"/>
                <a:cs typeface="Times" panose="02020603050405020304" pitchFamily="18" charset="0"/>
              </a:rPr>
              <a:t>Strong Entity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Patient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 err="1">
                <a:latin typeface="Times" panose="02020603050405020304" pitchFamily="18" charset="0"/>
                <a:cs typeface="Times" panose="02020603050405020304" pitchFamily="18" charset="0"/>
              </a:rPr>
              <a:t>Patient_ID</a:t>
            </a: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Name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Age </a:t>
            </a:r>
          </a:p>
          <a:p>
            <a:r>
              <a:rPr lang="en-US" sz="2400" b="1">
                <a:latin typeface="Times" panose="02020603050405020304" pitchFamily="18" charset="0"/>
                <a:cs typeface="Times" panose="02020603050405020304" pitchFamily="18" charset="0"/>
              </a:rPr>
              <a:t>Weak Entity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Medical Visit Record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Attributes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Visit Date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Diagnosis </a:t>
            </a:r>
          </a:p>
          <a:p>
            <a:r>
              <a:rPr lang="en-US" sz="2400">
                <a:latin typeface="Times" panose="02020603050405020304" pitchFamily="18" charset="0"/>
                <a:cs typeface="Times" panose="02020603050405020304" pitchFamily="18" charset="0"/>
              </a:rPr>
              <a:t>A visit record cannot exist without a patient.</a:t>
            </a:r>
          </a:p>
          <a:p>
            <a:endParaRPr lang="en-IN" sz="2400"/>
          </a:p>
        </p:txBody>
      </p:sp>
    </p:spTree>
    <p:extLst>
      <p:ext uri="{BB962C8B-B14F-4D97-AF65-F5344CB8AC3E}">
        <p14:creationId xmlns:p14="http://schemas.microsoft.com/office/powerpoint/2010/main" val="217526407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B661CF1-B861-DEAE-AC20-88F2E770D2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7D9009D-DEFC-BFEA-3362-EB1D84813C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3719427-3846-6139-BE90-EFEF466731B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149826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D2D0DB6-C35F-E4BB-CAAB-8C96DE933C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Advantages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2837-8B31-1EB6-B823-BB8C523C857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Strong 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Easy to identify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Independent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Simple database design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Efficient searching </a:t>
            </a:r>
          </a:p>
          <a:p>
            <a:r>
              <a:rPr lang="en-IN" b="1" dirty="0">
                <a:latin typeface="Times" panose="02020603050405020304" pitchFamily="18" charset="0"/>
                <a:cs typeface="Times" panose="02020603050405020304" pitchFamily="18" charset="0"/>
              </a:rPr>
              <a:t>Weak 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Avoids duplicate data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Maintains dependency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Represents real-world relationships accurately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" panose="02020603050405020304" pitchFamily="18" charset="0"/>
                <a:cs typeface="Times" panose="02020603050405020304" pitchFamily="18" charset="0"/>
              </a:rPr>
              <a:t>Improves database integrity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7176323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8B340EF-D0FC-9940-B9DC-9F89A78D332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Limitations</a:t>
            </a: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73264-E8B0-D2C8-248D-BFB6620CC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47308" y="591344"/>
            <a:ext cx="6906491" cy="5585619"/>
          </a:xfrm>
        </p:spPr>
        <p:txBody>
          <a:bodyPr anchor="ctr">
            <a:normAutofit/>
          </a:bodyPr>
          <a:lstStyle/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Strong 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Cannot represent dependent objects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May create redundant information </a:t>
            </a:r>
          </a:p>
          <a:p>
            <a:r>
              <a:rPr lang="en-US" b="1" dirty="0">
                <a:latin typeface="Times" panose="02020603050405020304" pitchFamily="18" charset="0"/>
                <a:cs typeface="Times" panose="02020603050405020304" pitchFamily="18" charset="0"/>
              </a:rPr>
              <a:t>Weak Entity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Complex implementation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Composite primary keys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Requires identifying relationship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>
                <a:latin typeface="Times" panose="02020603050405020304" pitchFamily="18" charset="0"/>
                <a:cs typeface="Times" panose="02020603050405020304" pitchFamily="18" charset="0"/>
              </a:rPr>
              <a:t>Cannot exist independently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17686353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C8EFBEE-6783-AB4B-56CF-A2B7F2AEC2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Best Practices </a:t>
            </a:r>
          </a:p>
        </p:txBody>
      </p:sp>
      <p:sp>
        <p:nvSpPr>
          <p:cNvPr id="14" name="Arc 13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D8FBD44A-56B2-01AF-7492-AC4744FCDE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Use strong entities for independent objects.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Use weak entities only when dependency exists.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Always define a primary key for strong entities.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Use identifying relationships correctly.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Avoid unnecessary weak entities.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endParaRPr kumimoji="0" lang="en-US" altLang="en-US" sz="2600" b="0" i="0" u="none" strike="noStrike" cap="none" normalizeH="0" baseline="0">
              <a:ln>
                <a:noFill/>
              </a:ln>
              <a:effectLst/>
              <a:latin typeface="Times" panose="02020603050405020304" pitchFamily="18" charset="0"/>
              <a:cs typeface="Times" panose="02020603050405020304" pitchFamily="18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2600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Follow normalization principles. </a:t>
            </a:r>
          </a:p>
        </p:txBody>
      </p:sp>
    </p:spTree>
    <p:extLst>
      <p:ext uri="{BB962C8B-B14F-4D97-AF65-F5344CB8AC3E}">
        <p14:creationId xmlns:p14="http://schemas.microsoft.com/office/powerpoint/2010/main" val="304327806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76152AB-DB4E-43E1-BE8B-9E2B5DE4CA1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2544CF4-9B52-4A7B-A4B3-88C72729B77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8209" y="0"/>
            <a:ext cx="11167447" cy="2743290"/>
          </a:xfrm>
          <a:prstGeom prst="rect">
            <a:avLst/>
          </a:prstGeom>
          <a:ln w="9525">
            <a:solidFill>
              <a:srgbClr val="DEDEDE"/>
            </a:solidFill>
          </a:ln>
          <a:effectLst>
            <a:outerShdw blurRad="50800" dist="38100" dir="2700000" algn="tl" rotWithShape="0">
              <a:schemeClr val="bg1">
                <a:lumMod val="85000"/>
                <a:alpha val="5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E75862C5-5C00-4421-BC7B-9B7B86DBC80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6928" y="0"/>
            <a:ext cx="11155680" cy="2729038"/>
          </a:xfrm>
          <a:prstGeom prst="rect">
            <a:avLst/>
          </a:prstGeom>
          <a:ln w="9525"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03270A5-D600-8AE3-02E3-08A280F20F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15568" y="347730"/>
            <a:ext cx="10168128" cy="2052034"/>
          </a:xfrm>
        </p:spPr>
        <p:txBody>
          <a:bodyPr>
            <a:normAutofit/>
          </a:bodyPr>
          <a:lstStyle/>
          <a:p>
            <a:r>
              <a:rPr lang="en-IN" sz="4800" b="1" dirty="0">
                <a:latin typeface="Times" panose="02020603050405020304" pitchFamily="18" charset="0"/>
                <a:cs typeface="Times" panose="02020603050405020304" pitchFamily="18" charset="0"/>
              </a:rPr>
              <a:t>Summary Comparison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089440EF-9BE9-4AE9-8C28-00B02296CD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98834" y="1010502"/>
            <a:ext cx="128016" cy="704088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Calibri" panose="020F0502020204030204"/>
            </a:endParaRP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657303BE-BD99-F345-5F2F-E730717CF36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89774575"/>
              </p:ext>
            </p:extLst>
          </p:nvPr>
        </p:nvGraphicFramePr>
        <p:xfrm>
          <a:off x="1115568" y="3304111"/>
          <a:ext cx="10168128" cy="2617962"/>
        </p:xfrm>
        <a:graphic>
          <a:graphicData uri="http://schemas.openxmlformats.org/drawingml/2006/table">
            <a:tbl>
              <a:tblPr/>
              <a:tblGrid>
                <a:gridCol w="3174441">
                  <a:extLst>
                    <a:ext uri="{9D8B030D-6E8A-4147-A177-3AD203B41FA5}">
                      <a16:colId xmlns:a16="http://schemas.microsoft.com/office/drawing/2014/main" val="2924002163"/>
                    </a:ext>
                  </a:extLst>
                </a:gridCol>
                <a:gridCol w="3392384">
                  <a:extLst>
                    <a:ext uri="{9D8B030D-6E8A-4147-A177-3AD203B41FA5}">
                      <a16:colId xmlns:a16="http://schemas.microsoft.com/office/drawing/2014/main" val="236153908"/>
                    </a:ext>
                  </a:extLst>
                </a:gridCol>
                <a:gridCol w="3601303">
                  <a:extLst>
                    <a:ext uri="{9D8B030D-6E8A-4147-A177-3AD203B41FA5}">
                      <a16:colId xmlns:a16="http://schemas.microsoft.com/office/drawing/2014/main" val="3465791313"/>
                    </a:ext>
                  </a:extLst>
                </a:gridCol>
              </a:tblGrid>
              <a:tr h="436327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Feature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Strong Entity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Weak Entity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95348450"/>
                  </a:ext>
                </a:extLst>
              </a:tr>
              <a:tr h="43632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Independence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Yes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No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96486516"/>
                  </a:ext>
                </a:extLst>
              </a:tr>
              <a:tr h="436327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Primary Key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Own PK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Partial Key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24008965"/>
                  </a:ext>
                </a:extLst>
              </a:tr>
              <a:tr h="436327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Existence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Independent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Dependent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32398426"/>
                  </a:ext>
                </a:extLst>
              </a:tr>
              <a:tr h="436327">
                <a:tc>
                  <a:txBody>
                    <a:bodyPr/>
                    <a:lstStyle/>
                    <a:p>
                      <a:r>
                        <a:rPr lang="en-IN" sz="2000" b="1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Representation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Single Rectangle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Double Rectangle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9849652"/>
                  </a:ext>
                </a:extLst>
              </a:tr>
              <a:tr h="436327">
                <a:tc>
                  <a:txBody>
                    <a:bodyPr/>
                    <a:lstStyle/>
                    <a:p>
                      <a:r>
                        <a:rPr lang="en-IN" sz="2000" b="1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Participation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Partial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IN" sz="2000" dirty="0">
                          <a:latin typeface="Times" panose="02020603050405020304" pitchFamily="18" charset="0"/>
                          <a:cs typeface="Times" panose="02020603050405020304" pitchFamily="18" charset="0"/>
                        </a:rPr>
                        <a:t>Total</a:t>
                      </a:r>
                    </a:p>
                  </a:txBody>
                  <a:tcPr marL="99165" marR="99165" marT="49583" marB="49583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44252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126529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07EF6B7-1338-4443-8C46-6A318D952DF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48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AAE4CDD-124C-4DCF-9584-B6033B545DD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4167271" cy="6858000"/>
          </a:xfrm>
          <a:custGeom>
            <a:avLst/>
            <a:gdLst>
              <a:gd name="connsiteX0" fmla="*/ 0 w 4167271"/>
              <a:gd name="connsiteY0" fmla="*/ 0 h 6858000"/>
              <a:gd name="connsiteX1" fmla="*/ 2259550 w 4167271"/>
              <a:gd name="connsiteY1" fmla="*/ 0 h 6858000"/>
              <a:gd name="connsiteX2" fmla="*/ 2387803 w 4167271"/>
              <a:gd name="connsiteY2" fmla="*/ 82222 h 6858000"/>
              <a:gd name="connsiteX3" fmla="*/ 4167271 w 4167271"/>
              <a:gd name="connsiteY3" fmla="*/ 3429000 h 6858000"/>
              <a:gd name="connsiteX4" fmla="*/ 2387803 w 4167271"/>
              <a:gd name="connsiteY4" fmla="*/ 6775779 h 6858000"/>
              <a:gd name="connsiteX5" fmla="*/ 2259550 w 4167271"/>
              <a:gd name="connsiteY5" fmla="*/ 6858000 h 6858000"/>
              <a:gd name="connsiteX6" fmla="*/ 0 w 4167271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167271" h="6858000">
                <a:moveTo>
                  <a:pt x="0" y="0"/>
                </a:moveTo>
                <a:lnTo>
                  <a:pt x="2259550" y="0"/>
                </a:lnTo>
                <a:lnTo>
                  <a:pt x="2387803" y="82222"/>
                </a:lnTo>
                <a:cubicBezTo>
                  <a:pt x="3461407" y="807534"/>
                  <a:pt x="4167271" y="2035835"/>
                  <a:pt x="4167271" y="3429000"/>
                </a:cubicBezTo>
                <a:cubicBezTo>
                  <a:pt x="4167271" y="4822165"/>
                  <a:pt x="3461407" y="6050467"/>
                  <a:pt x="2387803" y="6775779"/>
                </a:cubicBezTo>
                <a:lnTo>
                  <a:pt x="2259550" y="6858000"/>
                </a:lnTo>
                <a:lnTo>
                  <a:pt x="0" y="6858000"/>
                </a:ln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4D56D90-2992-8C28-526F-4C105522B7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86834" y="1153572"/>
            <a:ext cx="3200400" cy="4461163"/>
          </a:xfrm>
        </p:spPr>
        <p:txBody>
          <a:bodyPr>
            <a:normAutofit/>
          </a:bodyPr>
          <a:lstStyle/>
          <a:p>
            <a:r>
              <a:rPr lang="en-IN" b="1">
                <a:solidFill>
                  <a:srgbClr val="FFFFFF"/>
                </a:solidFill>
                <a:latin typeface="Times" panose="02020603050405020304" pitchFamily="18" charset="0"/>
                <a:cs typeface="Times" panose="02020603050405020304" pitchFamily="18" charset="0"/>
              </a:rPr>
              <a:t>Conclusion</a:t>
            </a:r>
          </a:p>
        </p:txBody>
      </p:sp>
      <p:sp>
        <p:nvSpPr>
          <p:cNvPr id="13" name="Arc 12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7550402" y="2455479"/>
            <a:ext cx="4083433" cy="4083433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12E8D86-C117-F93B-36BF-F09E81E2B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4447308" y="591344"/>
            <a:ext cx="6906491" cy="5585619"/>
          </a:xfrm>
          <a:prstGeom prst="rect">
            <a:avLst/>
          </a:prstGeom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1440" tIns="45720" rIns="91440" bIns="45720" numCol="1" anchor="ctr" anchorCtr="0" compatLnSpc="1">
            <a:prstTxWarp prst="textNoShape">
              <a:avLst/>
            </a:prstTxWarp>
            <a:normAutofit/>
          </a:bodyPr>
          <a:lstStyle/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None/>
              <a:tabLst/>
            </a:pPr>
            <a:endParaRPr kumimoji="0" lang="en-US" altLang="en-US" b="0" i="0" u="none" strike="noStrike" cap="none" normalizeH="0" baseline="0">
              <a:ln>
                <a:noFill/>
              </a:ln>
              <a:effectLst/>
              <a:latin typeface="Arial" panose="020B0604020202020204" pitchFamily="34" charset="0"/>
            </a:endParaRP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Strong entities exist independently and possess their own primary keys.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Weak entities depend on strong entities for identification.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Identifying relationships connect strong and weak entities.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Choosing the correct entity type results in efficient and well-structured database design. </a:t>
            </a:r>
          </a:p>
          <a:p>
            <a:pPr marL="0" marR="0" lvl="0" indent="0" defTabSz="914400" rtl="0" eaLnBrk="0" fontAlgn="base" latinLnBrk="0" hangingPunct="0">
              <a:spcBef>
                <a:spcPct val="0"/>
              </a:spcBef>
              <a:spcAft>
                <a:spcPts val="60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>
                <a:ln>
                  <a:noFill/>
                </a:ln>
                <a:effectLst/>
                <a:latin typeface="Times" panose="02020603050405020304" pitchFamily="18" charset="0"/>
                <a:cs typeface="Times" panose="02020603050405020304" pitchFamily="18" charset="0"/>
              </a:rPr>
              <a:t>Understanding these concepts is essential for designing accurate ER diagrams and relational databases. </a:t>
            </a:r>
          </a:p>
        </p:txBody>
      </p:sp>
    </p:spTree>
    <p:extLst>
      <p:ext uri="{BB962C8B-B14F-4D97-AF65-F5344CB8AC3E}">
        <p14:creationId xmlns:p14="http://schemas.microsoft.com/office/powerpoint/2010/main" val="7812402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6" name="Rectangle 8205">
            <a:extLst>
              <a:ext uri="{FF2B5EF4-FFF2-40B4-BE49-F238E27FC236}">
                <a16:creationId xmlns:a16="http://schemas.microsoft.com/office/drawing/2014/main" id="{32BC26D8-82FB-445E-AA49-62A77D7C1EE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>
              <a:lumMod val="65000"/>
              <a:lumOff val="3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08" name="Rectangle 8207">
            <a:extLst>
              <a:ext uri="{FF2B5EF4-FFF2-40B4-BE49-F238E27FC236}">
                <a16:creationId xmlns:a16="http://schemas.microsoft.com/office/drawing/2014/main" id="{CB44330D-EA18-4254-AA95-EB49948539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77012" y="480060"/>
            <a:ext cx="11237976" cy="589788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194" name="Picture 2" descr="Thank you slide Images - Free Download on Magnific (formerly Freepik)">
            <a:extLst>
              <a:ext uri="{FF2B5EF4-FFF2-40B4-BE49-F238E27FC236}">
                <a16:creationId xmlns:a16="http://schemas.microsoft.com/office/drawing/2014/main" id="{4FBD460F-3518-9757-DA93-FA5F4F7F365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2158851" y="643467"/>
            <a:ext cx="7874298" cy="557106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634158720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110</TotalTime>
  <Words>501</Words>
  <Application>Microsoft Office PowerPoint</Application>
  <PresentationFormat>Widescreen</PresentationFormat>
  <Paragraphs>150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5" baseType="lpstr">
      <vt:lpstr>Aptos</vt:lpstr>
      <vt:lpstr>Aptos Display</vt:lpstr>
      <vt:lpstr>Arial</vt:lpstr>
      <vt:lpstr>Calibri</vt:lpstr>
      <vt:lpstr>Times</vt:lpstr>
      <vt:lpstr>Times New Roman</vt:lpstr>
      <vt:lpstr>Office Theme</vt:lpstr>
      <vt:lpstr> Technical Presentation  Comparing Strong and Weak Entities in ER Modeling </vt:lpstr>
      <vt:lpstr>INTRODUCTION</vt:lpstr>
      <vt:lpstr>What is an Entity?</vt:lpstr>
      <vt:lpstr>Strong Entity</vt:lpstr>
      <vt:lpstr>PowerPoint Presentation</vt:lpstr>
      <vt:lpstr>Weak Entity</vt:lpstr>
      <vt:lpstr>PowerPoint Presentation</vt:lpstr>
      <vt:lpstr>Comparison Between Strong and Weak Entity</vt:lpstr>
      <vt:lpstr>Real-World Example 1 – E-Commerce</vt:lpstr>
      <vt:lpstr>PowerPoint Presentation</vt:lpstr>
      <vt:lpstr>Real-World Example 4 – Hospital Management</vt:lpstr>
      <vt:lpstr>PowerPoint Presentation</vt:lpstr>
      <vt:lpstr>Advantages</vt:lpstr>
      <vt:lpstr>Limitations</vt:lpstr>
      <vt:lpstr>Best Practices </vt:lpstr>
      <vt:lpstr>Summary Comparison</vt:lpstr>
      <vt:lpstr>Conclusion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Royal Yogesh</dc:creator>
  <cp:lastModifiedBy>Royal Yogesh</cp:lastModifiedBy>
  <cp:revision>1</cp:revision>
  <dcterms:created xsi:type="dcterms:W3CDTF">2026-07-21T03:42:37Z</dcterms:created>
  <dcterms:modified xsi:type="dcterms:W3CDTF">2026-07-21T05:47:48Z</dcterms:modified>
</cp:coreProperties>
</file>